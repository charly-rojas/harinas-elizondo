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presentation.xml" ContentType="application/vnd.openxmlformats-officedocument.presentationml.presentation.main+xml"/>
  <Override PartName="/ppt/diagrams/data3.xml" ContentType="application/vnd.openxmlformats-officedocument.drawingml.diagramData+xml"/>
  <Override PartName="/ppt/diagrams/data8.xml" ContentType="application/vnd.openxmlformats-officedocument.drawingml.diagramData+xml"/>
  <Override PartName="/ppt/diagrams/data4.xml" ContentType="application/vnd.openxmlformats-officedocument.drawingml.diagramData+xml"/>
  <Override PartName="/ppt/diagrams/data7.xml" ContentType="application/vnd.openxmlformats-officedocument.drawingml.diagramData+xml"/>
  <Override PartName="/ppt/diagrams/data6.xml" ContentType="application/vnd.openxmlformats-officedocument.drawingml.diagramData+xml"/>
  <Override PartName="/ppt/diagrams/data5.xml" ContentType="application/vnd.openxmlformats-officedocument.drawingml.diagramData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quickStyle4.xml" ContentType="application/vnd.openxmlformats-officedocument.drawingml.diagramStyle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layout4.xml" ContentType="application/vnd.openxmlformats-officedocument.drawingml.diagramLayout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rawing3.xml" ContentType="application/vnd.ms-office.drawingml.diagramDrawing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rawing4.xml" ContentType="application/vnd.ms-office.drawingml.diagramDrawing+xml"/>
  <Override PartName="/ppt/diagrams/colors3.xml" ContentType="application/vnd.openxmlformats-officedocument.drawingml.diagramColors+xml"/>
  <Override PartName="/ppt/diagrams/quickStyle3.xml" ContentType="application/vnd.openxmlformats-officedocument.drawingml.diagramStyle+xml"/>
  <Override PartName="/ppt/diagrams/colors4.xml" ContentType="application/vnd.openxmlformats-officedocument.drawingml.diagramColors+xml"/>
  <Override PartName="/ppt/diagrams/layout5.xml" ContentType="application/vnd.openxmlformats-officedocument.drawingml.diagramLayout+xml"/>
  <Override PartName="/ppt/diagrams/layout3.xml" ContentType="application/vnd.openxmlformats-officedocument.drawingml.diagramLayout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7" r:id="rId2"/>
    <p:sldMasterId id="2147483675" r:id="rId3"/>
  </p:sldMasterIdLst>
  <p:notesMasterIdLst>
    <p:notesMasterId r:id="rId17"/>
  </p:notesMasterIdLst>
  <p:handoutMasterIdLst>
    <p:handoutMasterId r:id="rId18"/>
  </p:handoutMasterIdLst>
  <p:sldIdLst>
    <p:sldId id="622" r:id="rId4"/>
    <p:sldId id="621" r:id="rId5"/>
    <p:sldId id="740" r:id="rId6"/>
    <p:sldId id="665" r:id="rId7"/>
    <p:sldId id="693" r:id="rId8"/>
    <p:sldId id="710" r:id="rId9"/>
    <p:sldId id="712" r:id="rId10"/>
    <p:sldId id="684" r:id="rId11"/>
    <p:sldId id="672" r:id="rId12"/>
    <p:sldId id="746" r:id="rId13"/>
    <p:sldId id="747" r:id="rId14"/>
    <p:sldId id="748" r:id="rId15"/>
    <p:sldId id="749" r:id="rId16"/>
  </p:sldIdLst>
  <p:sldSz cx="9144000" cy="6858000" type="screen4x3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haidar" initials="nhs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0099"/>
    <a:srgbClr val="3333FF"/>
    <a:srgbClr val="99FF99"/>
    <a:srgbClr val="E4F9FC"/>
    <a:srgbClr val="993300"/>
    <a:srgbClr val="BAF1FC"/>
    <a:srgbClr val="FFCC99"/>
    <a:srgbClr val="CC6600"/>
    <a:srgbClr val="CBF4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76" autoAdjust="0"/>
    <p:restoredTop sz="96859" autoAdjust="0"/>
  </p:normalViewPr>
  <p:slideViewPr>
    <p:cSldViewPr>
      <p:cViewPr varScale="1">
        <p:scale>
          <a:sx n="64" d="100"/>
          <a:sy n="64" d="100"/>
        </p:scale>
        <p:origin x="144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108"/>
    </p:cViewPr>
  </p:sorterViewPr>
  <p:notesViewPr>
    <p:cSldViewPr>
      <p:cViewPr varScale="1">
        <p:scale>
          <a:sx n="51" d="100"/>
          <a:sy n="51" d="100"/>
        </p:scale>
        <p:origin x="-2826" y="-102"/>
      </p:cViewPr>
      <p:guideLst>
        <p:guide orient="horz" pos="2957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handoutMaster" Target="handoutMasters/handoutMaster1.xml"/><Relationship Id="rId26" Type="http://schemas.openxmlformats.org/officeDocument/2006/relationships/customXml" Target="../customXml/item3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customXml" Target="../customXml/item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2364E7-68AE-45DD-84C7-67FC67D6FB9B}" type="doc">
      <dgm:prSet loTypeId="urn:microsoft.com/office/officeart/2005/8/layout/orgChart1" loCatId="hierarchy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s-MX"/>
        </a:p>
      </dgm:t>
    </dgm:pt>
    <dgm:pt modelId="{3D642BC7-9D54-4365-BB3B-4A539591C07F}">
      <dgm:prSet phldrT="[Texto]"/>
      <dgm:spPr/>
      <dgm:t>
        <a:bodyPr/>
        <a:lstStyle/>
        <a:p>
          <a:r>
            <a:rPr lang="es-MX" dirty="0"/>
            <a:t>Consejo de Administración</a:t>
          </a:r>
        </a:p>
      </dgm:t>
    </dgm:pt>
    <dgm:pt modelId="{4FF3C4A0-8B1A-46FF-9D38-1203FEE69EDB}" type="parTrans" cxnId="{B46AA124-A4E8-4AC1-8B05-C466C1EA315F}">
      <dgm:prSet/>
      <dgm:spPr/>
      <dgm:t>
        <a:bodyPr/>
        <a:lstStyle/>
        <a:p>
          <a:endParaRPr lang="es-MX"/>
        </a:p>
      </dgm:t>
    </dgm:pt>
    <dgm:pt modelId="{A802E7CB-BBC7-4A2B-A9A9-92DF7FD97A66}" type="sibTrans" cxnId="{B46AA124-A4E8-4AC1-8B05-C466C1EA315F}">
      <dgm:prSet/>
      <dgm:spPr/>
      <dgm:t>
        <a:bodyPr/>
        <a:lstStyle/>
        <a:p>
          <a:endParaRPr lang="es-MX"/>
        </a:p>
      </dgm:t>
    </dgm:pt>
    <dgm:pt modelId="{825E479C-A1C8-455A-A595-0EAD0E0F77E9}">
      <dgm:prSet phldrT="[Texto]"/>
      <dgm:spPr/>
      <dgm:t>
        <a:bodyPr/>
        <a:lstStyle/>
        <a:p>
          <a:r>
            <a:rPr lang="es-MX" dirty="0"/>
            <a:t>Dirección de Operaciones</a:t>
          </a:r>
        </a:p>
      </dgm:t>
    </dgm:pt>
    <dgm:pt modelId="{E7CBBE30-7D21-4475-9FD1-25A41AA331B5}" type="parTrans" cxnId="{4FF2CB73-D9CC-440A-A67D-AE61244D80B7}">
      <dgm:prSet/>
      <dgm:spPr/>
      <dgm:t>
        <a:bodyPr/>
        <a:lstStyle/>
        <a:p>
          <a:endParaRPr lang="es-MX"/>
        </a:p>
      </dgm:t>
    </dgm:pt>
    <dgm:pt modelId="{AA06FB9D-BE30-462C-9EDF-9FB869424A0A}" type="sibTrans" cxnId="{4FF2CB73-D9CC-440A-A67D-AE61244D80B7}">
      <dgm:prSet/>
      <dgm:spPr/>
      <dgm:t>
        <a:bodyPr/>
        <a:lstStyle/>
        <a:p>
          <a:endParaRPr lang="es-MX"/>
        </a:p>
      </dgm:t>
    </dgm:pt>
    <dgm:pt modelId="{F590DD60-7862-410E-B852-FC8298139251}">
      <dgm:prSet phldrT="[Texto]"/>
      <dgm:spPr/>
      <dgm:t>
        <a:bodyPr/>
        <a:lstStyle/>
        <a:p>
          <a:r>
            <a:rPr lang="es-MX" dirty="0"/>
            <a:t>Dirección de Administración y Finanzas</a:t>
          </a:r>
        </a:p>
      </dgm:t>
    </dgm:pt>
    <dgm:pt modelId="{2FD86EF3-BA17-4DB8-AFF7-4432D97F51C5}" type="parTrans" cxnId="{51569AC7-6E71-47D5-BF81-DD0BC60EB44D}">
      <dgm:prSet/>
      <dgm:spPr/>
      <dgm:t>
        <a:bodyPr/>
        <a:lstStyle/>
        <a:p>
          <a:endParaRPr lang="es-MX"/>
        </a:p>
      </dgm:t>
    </dgm:pt>
    <dgm:pt modelId="{F779E11D-7DB0-4D76-90EE-DD1E80B41B49}" type="sibTrans" cxnId="{51569AC7-6E71-47D5-BF81-DD0BC60EB44D}">
      <dgm:prSet/>
      <dgm:spPr/>
      <dgm:t>
        <a:bodyPr/>
        <a:lstStyle/>
        <a:p>
          <a:endParaRPr lang="es-MX"/>
        </a:p>
      </dgm:t>
    </dgm:pt>
    <dgm:pt modelId="{DD52E5B2-FBB1-465F-A51E-7C694F245222}" type="pres">
      <dgm:prSet presAssocID="{F52364E7-68AE-45DD-84C7-67FC67D6FB9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BC642EB-70AA-4C4C-90D5-BAA4C58ACA66}" type="pres">
      <dgm:prSet presAssocID="{3D642BC7-9D54-4365-BB3B-4A539591C07F}" presName="hierRoot1" presStyleCnt="0">
        <dgm:presLayoutVars>
          <dgm:hierBranch val="init"/>
        </dgm:presLayoutVars>
      </dgm:prSet>
      <dgm:spPr/>
    </dgm:pt>
    <dgm:pt modelId="{823376B7-ECE6-4DEB-BD04-088E420E68BB}" type="pres">
      <dgm:prSet presAssocID="{3D642BC7-9D54-4365-BB3B-4A539591C07F}" presName="rootComposite1" presStyleCnt="0"/>
      <dgm:spPr/>
    </dgm:pt>
    <dgm:pt modelId="{CD32B4F4-F153-4B03-9372-6AB9D5B02381}" type="pres">
      <dgm:prSet presAssocID="{3D642BC7-9D54-4365-BB3B-4A539591C07F}" presName="rootText1" presStyleLbl="node0" presStyleIdx="0" presStyleCnt="1">
        <dgm:presLayoutVars>
          <dgm:chPref val="3"/>
        </dgm:presLayoutVars>
      </dgm:prSet>
      <dgm:spPr/>
    </dgm:pt>
    <dgm:pt modelId="{A1C1133C-B538-42EC-94DD-01C9A9D250A1}" type="pres">
      <dgm:prSet presAssocID="{3D642BC7-9D54-4365-BB3B-4A539591C07F}" presName="rootConnector1" presStyleLbl="node1" presStyleIdx="0" presStyleCnt="0"/>
      <dgm:spPr/>
    </dgm:pt>
    <dgm:pt modelId="{3A507094-958C-4E23-8F26-9914FD1D86DE}" type="pres">
      <dgm:prSet presAssocID="{3D642BC7-9D54-4365-BB3B-4A539591C07F}" presName="hierChild2" presStyleCnt="0"/>
      <dgm:spPr/>
    </dgm:pt>
    <dgm:pt modelId="{BF55991D-361C-47D1-9C7B-155560E1E474}" type="pres">
      <dgm:prSet presAssocID="{E7CBBE30-7D21-4475-9FD1-25A41AA331B5}" presName="Name37" presStyleLbl="parChTrans1D2" presStyleIdx="0" presStyleCnt="2"/>
      <dgm:spPr/>
    </dgm:pt>
    <dgm:pt modelId="{E1CBD2CB-AFFC-48E3-829F-999EBB286E62}" type="pres">
      <dgm:prSet presAssocID="{825E479C-A1C8-455A-A595-0EAD0E0F77E9}" presName="hierRoot2" presStyleCnt="0">
        <dgm:presLayoutVars>
          <dgm:hierBranch val="init"/>
        </dgm:presLayoutVars>
      </dgm:prSet>
      <dgm:spPr/>
    </dgm:pt>
    <dgm:pt modelId="{AA352488-9059-4DCB-9274-93D985CB8704}" type="pres">
      <dgm:prSet presAssocID="{825E479C-A1C8-455A-A595-0EAD0E0F77E9}" presName="rootComposite" presStyleCnt="0"/>
      <dgm:spPr/>
    </dgm:pt>
    <dgm:pt modelId="{5D26065D-6C63-4655-A1A0-E014C9C65FC3}" type="pres">
      <dgm:prSet presAssocID="{825E479C-A1C8-455A-A595-0EAD0E0F77E9}" presName="rootText" presStyleLbl="node2" presStyleIdx="0" presStyleCnt="2">
        <dgm:presLayoutVars>
          <dgm:chPref val="3"/>
        </dgm:presLayoutVars>
      </dgm:prSet>
      <dgm:spPr/>
    </dgm:pt>
    <dgm:pt modelId="{5B74D6C0-719B-44DC-93E8-73F5DF40B087}" type="pres">
      <dgm:prSet presAssocID="{825E479C-A1C8-455A-A595-0EAD0E0F77E9}" presName="rootConnector" presStyleLbl="node2" presStyleIdx="0" presStyleCnt="2"/>
      <dgm:spPr/>
    </dgm:pt>
    <dgm:pt modelId="{3F881711-3C32-4BE9-8CAF-7D1FA9DFA026}" type="pres">
      <dgm:prSet presAssocID="{825E479C-A1C8-455A-A595-0EAD0E0F77E9}" presName="hierChild4" presStyleCnt="0"/>
      <dgm:spPr/>
    </dgm:pt>
    <dgm:pt modelId="{3134655D-EBED-454F-9F1C-23E7FEB923C8}" type="pres">
      <dgm:prSet presAssocID="{825E479C-A1C8-455A-A595-0EAD0E0F77E9}" presName="hierChild5" presStyleCnt="0"/>
      <dgm:spPr/>
    </dgm:pt>
    <dgm:pt modelId="{DF86686B-A419-4CF4-99AC-8E507D6AB680}" type="pres">
      <dgm:prSet presAssocID="{2FD86EF3-BA17-4DB8-AFF7-4432D97F51C5}" presName="Name37" presStyleLbl="parChTrans1D2" presStyleIdx="1" presStyleCnt="2"/>
      <dgm:spPr/>
    </dgm:pt>
    <dgm:pt modelId="{7AE959C2-5F0A-4560-A8C5-ECCFCAA5C185}" type="pres">
      <dgm:prSet presAssocID="{F590DD60-7862-410E-B852-FC8298139251}" presName="hierRoot2" presStyleCnt="0">
        <dgm:presLayoutVars>
          <dgm:hierBranch val="init"/>
        </dgm:presLayoutVars>
      </dgm:prSet>
      <dgm:spPr/>
    </dgm:pt>
    <dgm:pt modelId="{536CCC1B-B899-44B6-9F4E-B3C56B776031}" type="pres">
      <dgm:prSet presAssocID="{F590DD60-7862-410E-B852-FC8298139251}" presName="rootComposite" presStyleCnt="0"/>
      <dgm:spPr/>
    </dgm:pt>
    <dgm:pt modelId="{156BA709-BC34-4486-87E4-06BCE704656E}" type="pres">
      <dgm:prSet presAssocID="{F590DD60-7862-410E-B852-FC8298139251}" presName="rootText" presStyleLbl="node2" presStyleIdx="1" presStyleCnt="2">
        <dgm:presLayoutVars>
          <dgm:chPref val="3"/>
        </dgm:presLayoutVars>
      </dgm:prSet>
      <dgm:spPr/>
    </dgm:pt>
    <dgm:pt modelId="{E451E074-F8B6-47A2-A1C3-4E49C227D934}" type="pres">
      <dgm:prSet presAssocID="{F590DD60-7862-410E-B852-FC8298139251}" presName="rootConnector" presStyleLbl="node2" presStyleIdx="1" presStyleCnt="2"/>
      <dgm:spPr/>
    </dgm:pt>
    <dgm:pt modelId="{F4D28191-56A6-4B39-97D1-B7BFE0F7C05E}" type="pres">
      <dgm:prSet presAssocID="{F590DD60-7862-410E-B852-FC8298139251}" presName="hierChild4" presStyleCnt="0"/>
      <dgm:spPr/>
    </dgm:pt>
    <dgm:pt modelId="{4DD7A9B9-D0CA-46D2-AC14-16C2420697DB}" type="pres">
      <dgm:prSet presAssocID="{F590DD60-7862-410E-B852-FC8298139251}" presName="hierChild5" presStyleCnt="0"/>
      <dgm:spPr/>
    </dgm:pt>
    <dgm:pt modelId="{EFC45A01-5DA5-4CF4-AAFC-17C36F3F6E2C}" type="pres">
      <dgm:prSet presAssocID="{3D642BC7-9D54-4365-BB3B-4A539591C07F}" presName="hierChild3" presStyleCnt="0"/>
      <dgm:spPr/>
    </dgm:pt>
  </dgm:ptLst>
  <dgm:cxnLst>
    <dgm:cxn modelId="{F395AE0D-10C9-4A75-B0C5-C080A5268C4E}" type="presOf" srcId="{825E479C-A1C8-455A-A595-0EAD0E0F77E9}" destId="{5B74D6C0-719B-44DC-93E8-73F5DF40B087}" srcOrd="1" destOrd="0" presId="urn:microsoft.com/office/officeart/2005/8/layout/orgChart1"/>
    <dgm:cxn modelId="{214C811B-8EFB-4B3E-8A15-E109E231387E}" type="presOf" srcId="{F590DD60-7862-410E-B852-FC8298139251}" destId="{156BA709-BC34-4486-87E4-06BCE704656E}" srcOrd="0" destOrd="0" presId="urn:microsoft.com/office/officeart/2005/8/layout/orgChart1"/>
    <dgm:cxn modelId="{2136CA1B-0A75-4DEA-90B5-E0E090E9948A}" type="presOf" srcId="{2FD86EF3-BA17-4DB8-AFF7-4432D97F51C5}" destId="{DF86686B-A419-4CF4-99AC-8E507D6AB680}" srcOrd="0" destOrd="0" presId="urn:microsoft.com/office/officeart/2005/8/layout/orgChart1"/>
    <dgm:cxn modelId="{B46AA124-A4E8-4AC1-8B05-C466C1EA315F}" srcId="{F52364E7-68AE-45DD-84C7-67FC67D6FB9B}" destId="{3D642BC7-9D54-4365-BB3B-4A539591C07F}" srcOrd="0" destOrd="0" parTransId="{4FF3C4A0-8B1A-46FF-9D38-1203FEE69EDB}" sibTransId="{A802E7CB-BBC7-4A2B-A9A9-92DF7FD97A66}"/>
    <dgm:cxn modelId="{4FF2CB73-D9CC-440A-A67D-AE61244D80B7}" srcId="{3D642BC7-9D54-4365-BB3B-4A539591C07F}" destId="{825E479C-A1C8-455A-A595-0EAD0E0F77E9}" srcOrd="0" destOrd="0" parTransId="{E7CBBE30-7D21-4475-9FD1-25A41AA331B5}" sibTransId="{AA06FB9D-BE30-462C-9EDF-9FB869424A0A}"/>
    <dgm:cxn modelId="{D9FF8B88-68BD-46BE-98C4-411CF99FC884}" type="presOf" srcId="{F590DD60-7862-410E-B852-FC8298139251}" destId="{E451E074-F8B6-47A2-A1C3-4E49C227D934}" srcOrd="1" destOrd="0" presId="urn:microsoft.com/office/officeart/2005/8/layout/orgChart1"/>
    <dgm:cxn modelId="{38BB8C88-5466-484B-B4B8-E21EA1CE146E}" type="presOf" srcId="{F52364E7-68AE-45DD-84C7-67FC67D6FB9B}" destId="{DD52E5B2-FBB1-465F-A51E-7C694F245222}" srcOrd="0" destOrd="0" presId="urn:microsoft.com/office/officeart/2005/8/layout/orgChart1"/>
    <dgm:cxn modelId="{1A4F48A3-9BDA-4E41-A89C-55F934EB00E5}" type="presOf" srcId="{3D642BC7-9D54-4365-BB3B-4A539591C07F}" destId="{CD32B4F4-F153-4B03-9372-6AB9D5B02381}" srcOrd="0" destOrd="0" presId="urn:microsoft.com/office/officeart/2005/8/layout/orgChart1"/>
    <dgm:cxn modelId="{45C73BAE-1EE8-4520-8CF1-7971D4E6A370}" type="presOf" srcId="{825E479C-A1C8-455A-A595-0EAD0E0F77E9}" destId="{5D26065D-6C63-4655-A1A0-E014C9C65FC3}" srcOrd="0" destOrd="0" presId="urn:microsoft.com/office/officeart/2005/8/layout/orgChart1"/>
    <dgm:cxn modelId="{2E7BACBF-0DEE-4391-B659-1D3EF033E538}" type="presOf" srcId="{3D642BC7-9D54-4365-BB3B-4A539591C07F}" destId="{A1C1133C-B538-42EC-94DD-01C9A9D250A1}" srcOrd="1" destOrd="0" presId="urn:microsoft.com/office/officeart/2005/8/layout/orgChart1"/>
    <dgm:cxn modelId="{51569AC7-6E71-47D5-BF81-DD0BC60EB44D}" srcId="{3D642BC7-9D54-4365-BB3B-4A539591C07F}" destId="{F590DD60-7862-410E-B852-FC8298139251}" srcOrd="1" destOrd="0" parTransId="{2FD86EF3-BA17-4DB8-AFF7-4432D97F51C5}" sibTransId="{F779E11D-7DB0-4D76-90EE-DD1E80B41B49}"/>
    <dgm:cxn modelId="{2AE01AF5-4AFD-4B42-8B3A-C4DBC38B5739}" type="presOf" srcId="{E7CBBE30-7D21-4475-9FD1-25A41AA331B5}" destId="{BF55991D-361C-47D1-9C7B-155560E1E474}" srcOrd="0" destOrd="0" presId="urn:microsoft.com/office/officeart/2005/8/layout/orgChart1"/>
    <dgm:cxn modelId="{5ACD4425-6745-4293-8686-F1640542F00D}" type="presParOf" srcId="{DD52E5B2-FBB1-465F-A51E-7C694F245222}" destId="{EBC642EB-70AA-4C4C-90D5-BAA4C58ACA66}" srcOrd="0" destOrd="0" presId="urn:microsoft.com/office/officeart/2005/8/layout/orgChart1"/>
    <dgm:cxn modelId="{F24C0943-5086-419A-A66D-C33799B012B9}" type="presParOf" srcId="{EBC642EB-70AA-4C4C-90D5-BAA4C58ACA66}" destId="{823376B7-ECE6-4DEB-BD04-088E420E68BB}" srcOrd="0" destOrd="0" presId="urn:microsoft.com/office/officeart/2005/8/layout/orgChart1"/>
    <dgm:cxn modelId="{D8019261-B666-4C09-A7AF-358B2E9D636F}" type="presParOf" srcId="{823376B7-ECE6-4DEB-BD04-088E420E68BB}" destId="{CD32B4F4-F153-4B03-9372-6AB9D5B02381}" srcOrd="0" destOrd="0" presId="urn:microsoft.com/office/officeart/2005/8/layout/orgChart1"/>
    <dgm:cxn modelId="{9EA98F0B-1E68-4256-ACC7-92C027A1D0DB}" type="presParOf" srcId="{823376B7-ECE6-4DEB-BD04-088E420E68BB}" destId="{A1C1133C-B538-42EC-94DD-01C9A9D250A1}" srcOrd="1" destOrd="0" presId="urn:microsoft.com/office/officeart/2005/8/layout/orgChart1"/>
    <dgm:cxn modelId="{922BC544-9211-4359-8EE4-23607C592AD3}" type="presParOf" srcId="{EBC642EB-70AA-4C4C-90D5-BAA4C58ACA66}" destId="{3A507094-958C-4E23-8F26-9914FD1D86DE}" srcOrd="1" destOrd="0" presId="urn:microsoft.com/office/officeart/2005/8/layout/orgChart1"/>
    <dgm:cxn modelId="{05F7D748-8B61-40BF-A2DA-73635045B671}" type="presParOf" srcId="{3A507094-958C-4E23-8F26-9914FD1D86DE}" destId="{BF55991D-361C-47D1-9C7B-155560E1E474}" srcOrd="0" destOrd="0" presId="urn:microsoft.com/office/officeart/2005/8/layout/orgChart1"/>
    <dgm:cxn modelId="{F2FB1F4B-F543-4F48-99CF-F85C98770705}" type="presParOf" srcId="{3A507094-958C-4E23-8F26-9914FD1D86DE}" destId="{E1CBD2CB-AFFC-48E3-829F-999EBB286E62}" srcOrd="1" destOrd="0" presId="urn:microsoft.com/office/officeart/2005/8/layout/orgChart1"/>
    <dgm:cxn modelId="{378CFADD-E6E8-4C14-BE00-EE956326A789}" type="presParOf" srcId="{E1CBD2CB-AFFC-48E3-829F-999EBB286E62}" destId="{AA352488-9059-4DCB-9274-93D985CB8704}" srcOrd="0" destOrd="0" presId="urn:microsoft.com/office/officeart/2005/8/layout/orgChart1"/>
    <dgm:cxn modelId="{70F19F29-DE14-450E-A277-1C3CD8BD8A64}" type="presParOf" srcId="{AA352488-9059-4DCB-9274-93D985CB8704}" destId="{5D26065D-6C63-4655-A1A0-E014C9C65FC3}" srcOrd="0" destOrd="0" presId="urn:microsoft.com/office/officeart/2005/8/layout/orgChart1"/>
    <dgm:cxn modelId="{4FE53F6F-C7E4-464D-AB18-FCAC749D37DF}" type="presParOf" srcId="{AA352488-9059-4DCB-9274-93D985CB8704}" destId="{5B74D6C0-719B-44DC-93E8-73F5DF40B087}" srcOrd="1" destOrd="0" presId="urn:microsoft.com/office/officeart/2005/8/layout/orgChart1"/>
    <dgm:cxn modelId="{2801442E-784A-4AAF-B351-E5D479F92A5C}" type="presParOf" srcId="{E1CBD2CB-AFFC-48E3-829F-999EBB286E62}" destId="{3F881711-3C32-4BE9-8CAF-7D1FA9DFA026}" srcOrd="1" destOrd="0" presId="urn:microsoft.com/office/officeart/2005/8/layout/orgChart1"/>
    <dgm:cxn modelId="{1F67EEAE-7D13-4359-B327-85BE4B3E0C84}" type="presParOf" srcId="{E1CBD2CB-AFFC-48E3-829F-999EBB286E62}" destId="{3134655D-EBED-454F-9F1C-23E7FEB923C8}" srcOrd="2" destOrd="0" presId="urn:microsoft.com/office/officeart/2005/8/layout/orgChart1"/>
    <dgm:cxn modelId="{785967C9-26DF-445A-BD66-9382AC146E0D}" type="presParOf" srcId="{3A507094-958C-4E23-8F26-9914FD1D86DE}" destId="{DF86686B-A419-4CF4-99AC-8E507D6AB680}" srcOrd="2" destOrd="0" presId="urn:microsoft.com/office/officeart/2005/8/layout/orgChart1"/>
    <dgm:cxn modelId="{2B474226-7AFE-4066-8D99-BBA4AD2F2768}" type="presParOf" srcId="{3A507094-958C-4E23-8F26-9914FD1D86DE}" destId="{7AE959C2-5F0A-4560-A8C5-ECCFCAA5C185}" srcOrd="3" destOrd="0" presId="urn:microsoft.com/office/officeart/2005/8/layout/orgChart1"/>
    <dgm:cxn modelId="{5B5A8571-FA1D-4E9B-AEFA-29C92D7A9EC8}" type="presParOf" srcId="{7AE959C2-5F0A-4560-A8C5-ECCFCAA5C185}" destId="{536CCC1B-B899-44B6-9F4E-B3C56B776031}" srcOrd="0" destOrd="0" presId="urn:microsoft.com/office/officeart/2005/8/layout/orgChart1"/>
    <dgm:cxn modelId="{D31DC908-834F-49F9-8A5A-EA94E53A96AD}" type="presParOf" srcId="{536CCC1B-B899-44B6-9F4E-B3C56B776031}" destId="{156BA709-BC34-4486-87E4-06BCE704656E}" srcOrd="0" destOrd="0" presId="urn:microsoft.com/office/officeart/2005/8/layout/orgChart1"/>
    <dgm:cxn modelId="{270E1086-2C53-4195-91DA-076CA1F5FDB3}" type="presParOf" srcId="{536CCC1B-B899-44B6-9F4E-B3C56B776031}" destId="{E451E074-F8B6-47A2-A1C3-4E49C227D934}" srcOrd="1" destOrd="0" presId="urn:microsoft.com/office/officeart/2005/8/layout/orgChart1"/>
    <dgm:cxn modelId="{F7518145-0A08-42A1-BB5F-CE990558D563}" type="presParOf" srcId="{7AE959C2-5F0A-4560-A8C5-ECCFCAA5C185}" destId="{F4D28191-56A6-4B39-97D1-B7BFE0F7C05E}" srcOrd="1" destOrd="0" presId="urn:microsoft.com/office/officeart/2005/8/layout/orgChart1"/>
    <dgm:cxn modelId="{63D5A1F0-1603-4E5F-83B8-C5DD2ECBF5AC}" type="presParOf" srcId="{7AE959C2-5F0A-4560-A8C5-ECCFCAA5C185}" destId="{4DD7A9B9-D0CA-46D2-AC14-16C2420697DB}" srcOrd="2" destOrd="0" presId="urn:microsoft.com/office/officeart/2005/8/layout/orgChart1"/>
    <dgm:cxn modelId="{122F8073-4C9C-43BB-98A3-AD35F1DDA8BE}" type="presParOf" srcId="{EBC642EB-70AA-4C4C-90D5-BAA4C58ACA66}" destId="{EFC45A01-5DA5-4CF4-AAFC-17C36F3F6E2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9BAA7F-A2B8-42C8-9271-48DFA26C2817}" type="doc">
      <dgm:prSet loTypeId="urn:microsoft.com/office/officeart/2005/8/layout/orgChart1" loCatId="hierarchy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s-MX"/>
        </a:p>
      </dgm:t>
    </dgm:pt>
    <dgm:pt modelId="{DC0587EB-98AB-4F29-8DB1-C434D447A193}">
      <dgm:prSet phldrT="[Texto]"/>
      <dgm:spPr/>
      <dgm:t>
        <a:bodyPr/>
        <a:lstStyle/>
        <a:p>
          <a:r>
            <a:rPr lang="es-MX" dirty="0"/>
            <a:t>Director de Operaciones</a:t>
          </a:r>
        </a:p>
      </dgm:t>
    </dgm:pt>
    <dgm:pt modelId="{E6311FBC-04BD-4A62-95F2-72FE2157C380}" type="parTrans" cxnId="{764525F0-C57E-4075-8386-5332404BF78E}">
      <dgm:prSet/>
      <dgm:spPr/>
      <dgm:t>
        <a:bodyPr/>
        <a:lstStyle/>
        <a:p>
          <a:endParaRPr lang="es-MX"/>
        </a:p>
      </dgm:t>
    </dgm:pt>
    <dgm:pt modelId="{055640DA-CDB0-4AAE-9E4B-871B274B98F5}" type="sibTrans" cxnId="{764525F0-C57E-4075-8386-5332404BF78E}">
      <dgm:prSet/>
      <dgm:spPr/>
      <dgm:t>
        <a:bodyPr/>
        <a:lstStyle/>
        <a:p>
          <a:endParaRPr lang="es-MX"/>
        </a:p>
      </dgm:t>
    </dgm:pt>
    <dgm:pt modelId="{3194904A-5C51-4E1F-871F-1FEBBA5A11B3}">
      <dgm:prSet phldrT="[Texto]"/>
      <dgm:spPr/>
      <dgm:t>
        <a:bodyPr/>
        <a:lstStyle/>
        <a:p>
          <a:r>
            <a:rPr lang="es-MX" dirty="0"/>
            <a:t>Gerencia de Planta Polanco</a:t>
          </a:r>
        </a:p>
      </dgm:t>
    </dgm:pt>
    <dgm:pt modelId="{0481D263-5C0F-4760-A3D5-0D627BF69949}" type="parTrans" cxnId="{D35684E7-378A-492F-BA48-23ABB233DE7F}">
      <dgm:prSet/>
      <dgm:spPr/>
      <dgm:t>
        <a:bodyPr/>
        <a:lstStyle/>
        <a:p>
          <a:endParaRPr lang="es-MX"/>
        </a:p>
      </dgm:t>
    </dgm:pt>
    <dgm:pt modelId="{D0BE458F-8BA5-4891-8ECC-7886BAD3799E}" type="sibTrans" cxnId="{D35684E7-378A-492F-BA48-23ABB233DE7F}">
      <dgm:prSet/>
      <dgm:spPr/>
      <dgm:t>
        <a:bodyPr/>
        <a:lstStyle/>
        <a:p>
          <a:endParaRPr lang="es-MX"/>
        </a:p>
      </dgm:t>
    </dgm:pt>
    <dgm:pt modelId="{53EC4F9D-9C16-4509-81F6-DF21D6CCD034}">
      <dgm:prSet phldrT="[Texto]"/>
      <dgm:spPr/>
      <dgm:t>
        <a:bodyPr/>
        <a:lstStyle/>
        <a:p>
          <a:r>
            <a:rPr lang="es-MX" dirty="0"/>
            <a:t>Gerencia de Planta Tlalnepantla</a:t>
          </a:r>
        </a:p>
      </dgm:t>
    </dgm:pt>
    <dgm:pt modelId="{10B28FD2-9F8D-412F-A5E5-A2869C28BCB3}" type="parTrans" cxnId="{31D173D2-931D-40B5-84EF-3BECA1C245AB}">
      <dgm:prSet/>
      <dgm:spPr/>
      <dgm:t>
        <a:bodyPr/>
        <a:lstStyle/>
        <a:p>
          <a:endParaRPr lang="es-MX"/>
        </a:p>
      </dgm:t>
    </dgm:pt>
    <dgm:pt modelId="{015E64B7-0702-4192-9770-B478811BA7C6}" type="sibTrans" cxnId="{31D173D2-931D-40B5-84EF-3BECA1C245AB}">
      <dgm:prSet/>
      <dgm:spPr/>
      <dgm:t>
        <a:bodyPr/>
        <a:lstStyle/>
        <a:p>
          <a:endParaRPr lang="es-MX"/>
        </a:p>
      </dgm:t>
    </dgm:pt>
    <dgm:pt modelId="{51561EEE-5AFD-43E6-8DAF-A76F70AC6B6D}">
      <dgm:prSet phldrT="[Texto]"/>
      <dgm:spPr/>
      <dgm:t>
        <a:bodyPr/>
        <a:lstStyle/>
        <a:p>
          <a:r>
            <a:rPr lang="es-MX" dirty="0"/>
            <a:t>Gerencia de Querétaro</a:t>
          </a:r>
        </a:p>
      </dgm:t>
    </dgm:pt>
    <dgm:pt modelId="{055FF1A0-6242-4DE8-ADF7-9534DC3EC8A7}" type="parTrans" cxnId="{1B0B9EDF-CB9E-4105-A9AB-0B069D5EDAFB}">
      <dgm:prSet/>
      <dgm:spPr/>
      <dgm:t>
        <a:bodyPr/>
        <a:lstStyle/>
        <a:p>
          <a:endParaRPr lang="es-MX"/>
        </a:p>
      </dgm:t>
    </dgm:pt>
    <dgm:pt modelId="{A25E8C84-6F9D-4B23-8A67-8E350D8FCF13}" type="sibTrans" cxnId="{1B0B9EDF-CB9E-4105-A9AB-0B069D5EDAFB}">
      <dgm:prSet/>
      <dgm:spPr/>
      <dgm:t>
        <a:bodyPr/>
        <a:lstStyle/>
        <a:p>
          <a:endParaRPr lang="es-MX"/>
        </a:p>
      </dgm:t>
    </dgm:pt>
    <dgm:pt modelId="{6B951EA2-E2CD-4752-A94B-A8AD7F79BB0D}">
      <dgm:prSet phldrT="[Texto]"/>
      <dgm:spPr/>
      <dgm:t>
        <a:bodyPr/>
        <a:lstStyle/>
        <a:p>
          <a:r>
            <a:rPr lang="es-MX" dirty="0"/>
            <a:t>Gerencia de Planeación Logística</a:t>
          </a:r>
        </a:p>
      </dgm:t>
    </dgm:pt>
    <dgm:pt modelId="{452B13AE-AB8A-4F5B-9897-2438790F48F6}" type="parTrans" cxnId="{5B0AAD3E-AB9E-4FD8-BF2F-0C7219C1C33F}">
      <dgm:prSet/>
      <dgm:spPr/>
      <dgm:t>
        <a:bodyPr/>
        <a:lstStyle/>
        <a:p>
          <a:endParaRPr lang="es-MX"/>
        </a:p>
      </dgm:t>
    </dgm:pt>
    <dgm:pt modelId="{3CA36DC8-8E8B-4FDF-AA8C-B1FDF86EF8DF}" type="sibTrans" cxnId="{5B0AAD3E-AB9E-4FD8-BF2F-0C7219C1C33F}">
      <dgm:prSet/>
      <dgm:spPr/>
      <dgm:t>
        <a:bodyPr/>
        <a:lstStyle/>
        <a:p>
          <a:endParaRPr lang="es-MX"/>
        </a:p>
      </dgm:t>
    </dgm:pt>
    <dgm:pt modelId="{28C0AD2C-BE29-4A65-91DC-297DBDE4028E}">
      <dgm:prSet phldrT="[Texto]"/>
      <dgm:spPr/>
      <dgm:t>
        <a:bodyPr/>
        <a:lstStyle/>
        <a:p>
          <a:r>
            <a:rPr lang="es-MX" dirty="0"/>
            <a:t>Gerencia de Control de Calidad</a:t>
          </a:r>
        </a:p>
      </dgm:t>
    </dgm:pt>
    <dgm:pt modelId="{020477F8-44EB-4971-A71D-C6899EC59935}" type="parTrans" cxnId="{7FFFD3BE-B682-4428-BFB6-7321DE7ED743}">
      <dgm:prSet/>
      <dgm:spPr/>
      <dgm:t>
        <a:bodyPr/>
        <a:lstStyle/>
        <a:p>
          <a:endParaRPr lang="es-MX"/>
        </a:p>
      </dgm:t>
    </dgm:pt>
    <dgm:pt modelId="{B35ADD56-E2F4-4B07-936E-FBF78325CE0B}" type="sibTrans" cxnId="{7FFFD3BE-B682-4428-BFB6-7321DE7ED743}">
      <dgm:prSet/>
      <dgm:spPr/>
      <dgm:t>
        <a:bodyPr/>
        <a:lstStyle/>
        <a:p>
          <a:endParaRPr lang="es-MX"/>
        </a:p>
      </dgm:t>
    </dgm:pt>
    <dgm:pt modelId="{6FA3912C-8F65-4FF8-B170-8E07E5DFAF29}">
      <dgm:prSet phldrT="[Texto]"/>
      <dgm:spPr/>
      <dgm:t>
        <a:bodyPr/>
        <a:lstStyle/>
        <a:p>
          <a:r>
            <a:rPr lang="es-MX" dirty="0"/>
            <a:t>Gerencia de Aseguramiento de Calidad</a:t>
          </a:r>
        </a:p>
      </dgm:t>
    </dgm:pt>
    <dgm:pt modelId="{DEF38F3D-1563-4E0B-B6B2-FB8C78FB823A}" type="parTrans" cxnId="{9B3B5812-6C16-41B2-97A0-8EB628CF5059}">
      <dgm:prSet/>
      <dgm:spPr/>
      <dgm:t>
        <a:bodyPr/>
        <a:lstStyle/>
        <a:p>
          <a:endParaRPr lang="es-MX"/>
        </a:p>
      </dgm:t>
    </dgm:pt>
    <dgm:pt modelId="{67A0C94E-4D77-4707-9DDD-957738D489C5}" type="sibTrans" cxnId="{9B3B5812-6C16-41B2-97A0-8EB628CF5059}">
      <dgm:prSet/>
      <dgm:spPr/>
      <dgm:t>
        <a:bodyPr/>
        <a:lstStyle/>
        <a:p>
          <a:endParaRPr lang="es-MX"/>
        </a:p>
      </dgm:t>
    </dgm:pt>
    <dgm:pt modelId="{DD03F622-DD24-418F-9AFC-346E4C2027A9}">
      <dgm:prSet phldrT="[Texto]"/>
      <dgm:spPr/>
      <dgm:t>
        <a:bodyPr/>
        <a:lstStyle/>
        <a:p>
          <a:r>
            <a:rPr lang="es-MX" dirty="0"/>
            <a:t>Ingeniería de Proyectos</a:t>
          </a:r>
        </a:p>
      </dgm:t>
    </dgm:pt>
    <dgm:pt modelId="{7A32839B-376B-4367-BBE6-C77AC16836A1}" type="parTrans" cxnId="{253A958A-2072-4B5F-9A58-E9A14E72AC7E}">
      <dgm:prSet/>
      <dgm:spPr>
        <a:ln>
          <a:solidFill>
            <a:schemeClr val="bg1"/>
          </a:solidFill>
        </a:ln>
      </dgm:spPr>
      <dgm:t>
        <a:bodyPr/>
        <a:lstStyle/>
        <a:p>
          <a:endParaRPr lang="es-MX"/>
        </a:p>
      </dgm:t>
    </dgm:pt>
    <dgm:pt modelId="{403DA17D-FFD0-47A7-A11F-967F311812E7}" type="sibTrans" cxnId="{253A958A-2072-4B5F-9A58-E9A14E72AC7E}">
      <dgm:prSet/>
      <dgm:spPr/>
      <dgm:t>
        <a:bodyPr/>
        <a:lstStyle/>
        <a:p>
          <a:endParaRPr lang="es-MX"/>
        </a:p>
      </dgm:t>
    </dgm:pt>
    <dgm:pt modelId="{20D3AB73-B9AD-4448-B907-73A77F9E9577}">
      <dgm:prSet phldrT="[Texto]"/>
      <dgm:spPr>
        <a:solidFill>
          <a:schemeClr val="bg1"/>
        </a:solidFill>
        <a:ln>
          <a:noFill/>
        </a:ln>
      </dgm:spPr>
      <dgm:t>
        <a:bodyPr/>
        <a:lstStyle/>
        <a:p>
          <a:endParaRPr lang="es-MX" dirty="0"/>
        </a:p>
      </dgm:t>
    </dgm:pt>
    <dgm:pt modelId="{40D89C21-99D8-40D1-A848-20DD9ECC9A2C}" type="parTrans" cxnId="{47C0B10F-02BD-407C-97F5-41DCB3798580}">
      <dgm:prSet/>
      <dgm:spPr/>
      <dgm:t>
        <a:bodyPr/>
        <a:lstStyle/>
        <a:p>
          <a:endParaRPr lang="es-MX"/>
        </a:p>
      </dgm:t>
    </dgm:pt>
    <dgm:pt modelId="{462DCAEB-5AD2-41F6-8C7E-3605F051DAAE}" type="sibTrans" cxnId="{47C0B10F-02BD-407C-97F5-41DCB3798580}">
      <dgm:prSet/>
      <dgm:spPr/>
      <dgm:t>
        <a:bodyPr/>
        <a:lstStyle/>
        <a:p>
          <a:endParaRPr lang="es-MX"/>
        </a:p>
      </dgm:t>
    </dgm:pt>
    <dgm:pt modelId="{FA8A9C39-C595-4D5E-A119-8C48710C837E}">
      <dgm:prSet phldrT="[Texto]"/>
      <dgm:spPr/>
      <dgm:t>
        <a:bodyPr/>
        <a:lstStyle/>
        <a:p>
          <a:r>
            <a:rPr lang="es-MX" dirty="0"/>
            <a:t>Subdirector de Plantas</a:t>
          </a:r>
        </a:p>
      </dgm:t>
    </dgm:pt>
    <dgm:pt modelId="{8C628289-C355-4FF4-8730-8A8AE37CC29C}" type="parTrans" cxnId="{7968A8EA-0D56-4F2E-A5C6-1F6B6A4BD2C0}">
      <dgm:prSet/>
      <dgm:spPr/>
      <dgm:t>
        <a:bodyPr/>
        <a:lstStyle/>
        <a:p>
          <a:endParaRPr lang="es-MX"/>
        </a:p>
      </dgm:t>
    </dgm:pt>
    <dgm:pt modelId="{97566BAD-E320-45F8-B287-3DC44A21D8BA}" type="sibTrans" cxnId="{7968A8EA-0D56-4F2E-A5C6-1F6B6A4BD2C0}">
      <dgm:prSet/>
      <dgm:spPr/>
      <dgm:t>
        <a:bodyPr/>
        <a:lstStyle/>
        <a:p>
          <a:endParaRPr lang="es-MX"/>
        </a:p>
      </dgm:t>
    </dgm:pt>
    <dgm:pt modelId="{CD75D790-1EAA-4DFA-9703-72215ED0DBBC}">
      <dgm:prSet phldrT="[Texto]"/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endParaRPr lang="es-MX" dirty="0"/>
        </a:p>
      </dgm:t>
    </dgm:pt>
    <dgm:pt modelId="{4AD00307-5C6E-4B22-ACD6-26C3267483D7}" type="parTrans" cxnId="{2C18F2C8-E05B-4B86-A196-2FDB9656F887}">
      <dgm:prSet/>
      <dgm:spPr/>
      <dgm:t>
        <a:bodyPr/>
        <a:lstStyle/>
        <a:p>
          <a:endParaRPr lang="es-MX"/>
        </a:p>
      </dgm:t>
    </dgm:pt>
    <dgm:pt modelId="{C3891311-CDBA-4FF4-89C7-AA81430A0C54}" type="sibTrans" cxnId="{2C18F2C8-E05B-4B86-A196-2FDB9656F887}">
      <dgm:prSet/>
      <dgm:spPr/>
      <dgm:t>
        <a:bodyPr/>
        <a:lstStyle/>
        <a:p>
          <a:endParaRPr lang="es-MX"/>
        </a:p>
      </dgm:t>
    </dgm:pt>
    <dgm:pt modelId="{4A8E3A3B-3E45-44B9-81C4-30F8CAD0ADB5}" type="pres">
      <dgm:prSet presAssocID="{089BAA7F-A2B8-42C8-9271-48DFA26C281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D15A964-903C-49A9-BEC1-E2E3BD8B8BA9}" type="pres">
      <dgm:prSet presAssocID="{DC0587EB-98AB-4F29-8DB1-C434D447A193}" presName="hierRoot1" presStyleCnt="0">
        <dgm:presLayoutVars>
          <dgm:hierBranch val="init"/>
        </dgm:presLayoutVars>
      </dgm:prSet>
      <dgm:spPr/>
    </dgm:pt>
    <dgm:pt modelId="{5B177C8D-3E0B-47F5-B230-7C32EFF620BC}" type="pres">
      <dgm:prSet presAssocID="{DC0587EB-98AB-4F29-8DB1-C434D447A193}" presName="rootComposite1" presStyleCnt="0"/>
      <dgm:spPr/>
    </dgm:pt>
    <dgm:pt modelId="{E8F94EAE-5170-4990-BB14-8D02A76C7800}" type="pres">
      <dgm:prSet presAssocID="{DC0587EB-98AB-4F29-8DB1-C434D447A193}" presName="rootText1" presStyleLbl="node0" presStyleIdx="0" presStyleCnt="1">
        <dgm:presLayoutVars>
          <dgm:chPref val="3"/>
        </dgm:presLayoutVars>
      </dgm:prSet>
      <dgm:spPr/>
    </dgm:pt>
    <dgm:pt modelId="{AD80E630-36D8-48DA-B878-857185180158}" type="pres">
      <dgm:prSet presAssocID="{DC0587EB-98AB-4F29-8DB1-C434D447A193}" presName="rootConnector1" presStyleLbl="node1" presStyleIdx="0" presStyleCnt="0"/>
      <dgm:spPr/>
    </dgm:pt>
    <dgm:pt modelId="{4C907B32-A2E0-4957-A421-A389E25A84A2}" type="pres">
      <dgm:prSet presAssocID="{DC0587EB-98AB-4F29-8DB1-C434D447A193}" presName="hierChild2" presStyleCnt="0"/>
      <dgm:spPr/>
    </dgm:pt>
    <dgm:pt modelId="{2E271BB0-44A9-4551-94AC-5BD987F2F920}" type="pres">
      <dgm:prSet presAssocID="{8C628289-C355-4FF4-8730-8A8AE37CC29C}" presName="Name37" presStyleLbl="parChTrans1D2" presStyleIdx="0" presStyleCnt="3"/>
      <dgm:spPr/>
    </dgm:pt>
    <dgm:pt modelId="{B59A5CD1-DA51-411E-B348-53D6C04D22F1}" type="pres">
      <dgm:prSet presAssocID="{FA8A9C39-C595-4D5E-A119-8C48710C837E}" presName="hierRoot2" presStyleCnt="0">
        <dgm:presLayoutVars>
          <dgm:hierBranch val="init"/>
        </dgm:presLayoutVars>
      </dgm:prSet>
      <dgm:spPr/>
    </dgm:pt>
    <dgm:pt modelId="{3982AED7-E171-49D0-A9D6-1F106D315100}" type="pres">
      <dgm:prSet presAssocID="{FA8A9C39-C595-4D5E-A119-8C48710C837E}" presName="rootComposite" presStyleCnt="0"/>
      <dgm:spPr/>
    </dgm:pt>
    <dgm:pt modelId="{DAA33312-3319-4894-9827-B9A57E0747F6}" type="pres">
      <dgm:prSet presAssocID="{FA8A9C39-C595-4D5E-A119-8C48710C837E}" presName="rootText" presStyleLbl="node2" presStyleIdx="0" presStyleCnt="3">
        <dgm:presLayoutVars>
          <dgm:chPref val="3"/>
        </dgm:presLayoutVars>
      </dgm:prSet>
      <dgm:spPr/>
    </dgm:pt>
    <dgm:pt modelId="{4D172F89-1F9A-4A62-8578-ECE241A1B084}" type="pres">
      <dgm:prSet presAssocID="{FA8A9C39-C595-4D5E-A119-8C48710C837E}" presName="rootConnector" presStyleLbl="node2" presStyleIdx="0" presStyleCnt="3"/>
      <dgm:spPr/>
    </dgm:pt>
    <dgm:pt modelId="{F7ED88AA-F9FA-487B-A2DD-942A48D6E70C}" type="pres">
      <dgm:prSet presAssocID="{FA8A9C39-C595-4D5E-A119-8C48710C837E}" presName="hierChild4" presStyleCnt="0"/>
      <dgm:spPr/>
    </dgm:pt>
    <dgm:pt modelId="{64C52312-CF51-4612-BE69-1B05F1CBE33A}" type="pres">
      <dgm:prSet presAssocID="{0481D263-5C0F-4760-A3D5-0D627BF69949}" presName="Name37" presStyleLbl="parChTrans1D3" presStyleIdx="0" presStyleCnt="7"/>
      <dgm:spPr/>
    </dgm:pt>
    <dgm:pt modelId="{01F87835-B027-49AF-82E9-401594B748CF}" type="pres">
      <dgm:prSet presAssocID="{3194904A-5C51-4E1F-871F-1FEBBA5A11B3}" presName="hierRoot2" presStyleCnt="0">
        <dgm:presLayoutVars>
          <dgm:hierBranch val="init"/>
        </dgm:presLayoutVars>
      </dgm:prSet>
      <dgm:spPr/>
    </dgm:pt>
    <dgm:pt modelId="{C8C66336-CE73-433B-8E82-28B20DC40456}" type="pres">
      <dgm:prSet presAssocID="{3194904A-5C51-4E1F-871F-1FEBBA5A11B3}" presName="rootComposite" presStyleCnt="0"/>
      <dgm:spPr/>
    </dgm:pt>
    <dgm:pt modelId="{17244BF7-3F07-44F5-ACC3-EECBC4C2D41B}" type="pres">
      <dgm:prSet presAssocID="{3194904A-5C51-4E1F-871F-1FEBBA5A11B3}" presName="rootText" presStyleLbl="node3" presStyleIdx="0" presStyleCnt="7">
        <dgm:presLayoutVars>
          <dgm:chPref val="3"/>
        </dgm:presLayoutVars>
      </dgm:prSet>
      <dgm:spPr/>
    </dgm:pt>
    <dgm:pt modelId="{D71F8148-4348-4D09-938B-88D69AA02196}" type="pres">
      <dgm:prSet presAssocID="{3194904A-5C51-4E1F-871F-1FEBBA5A11B3}" presName="rootConnector" presStyleLbl="node3" presStyleIdx="0" presStyleCnt="7"/>
      <dgm:spPr/>
    </dgm:pt>
    <dgm:pt modelId="{EC88DEC6-390E-4678-BA2E-F451E725E770}" type="pres">
      <dgm:prSet presAssocID="{3194904A-5C51-4E1F-871F-1FEBBA5A11B3}" presName="hierChild4" presStyleCnt="0"/>
      <dgm:spPr/>
    </dgm:pt>
    <dgm:pt modelId="{B86D6859-BF51-49D8-9D21-4949824C32B3}" type="pres">
      <dgm:prSet presAssocID="{3194904A-5C51-4E1F-871F-1FEBBA5A11B3}" presName="hierChild5" presStyleCnt="0"/>
      <dgm:spPr/>
    </dgm:pt>
    <dgm:pt modelId="{4A27DF95-814F-4E0D-8AFC-142C026E2FD9}" type="pres">
      <dgm:prSet presAssocID="{10B28FD2-9F8D-412F-A5E5-A2869C28BCB3}" presName="Name37" presStyleLbl="parChTrans1D3" presStyleIdx="1" presStyleCnt="7"/>
      <dgm:spPr/>
    </dgm:pt>
    <dgm:pt modelId="{6E8ACCC5-7F8E-4AE5-8605-95308341DB27}" type="pres">
      <dgm:prSet presAssocID="{53EC4F9D-9C16-4509-81F6-DF21D6CCD034}" presName="hierRoot2" presStyleCnt="0">
        <dgm:presLayoutVars>
          <dgm:hierBranch val="init"/>
        </dgm:presLayoutVars>
      </dgm:prSet>
      <dgm:spPr/>
    </dgm:pt>
    <dgm:pt modelId="{134A4360-98EE-4A1E-B00B-0A06415604B8}" type="pres">
      <dgm:prSet presAssocID="{53EC4F9D-9C16-4509-81F6-DF21D6CCD034}" presName="rootComposite" presStyleCnt="0"/>
      <dgm:spPr/>
    </dgm:pt>
    <dgm:pt modelId="{0E630B34-4DD6-4475-AD0A-F206F462C98A}" type="pres">
      <dgm:prSet presAssocID="{53EC4F9D-9C16-4509-81F6-DF21D6CCD034}" presName="rootText" presStyleLbl="node3" presStyleIdx="1" presStyleCnt="7">
        <dgm:presLayoutVars>
          <dgm:chPref val="3"/>
        </dgm:presLayoutVars>
      </dgm:prSet>
      <dgm:spPr/>
    </dgm:pt>
    <dgm:pt modelId="{63C08C54-19C9-4A77-92F6-9EA21B3DEDF6}" type="pres">
      <dgm:prSet presAssocID="{53EC4F9D-9C16-4509-81F6-DF21D6CCD034}" presName="rootConnector" presStyleLbl="node3" presStyleIdx="1" presStyleCnt="7"/>
      <dgm:spPr/>
    </dgm:pt>
    <dgm:pt modelId="{27BFD11C-5D2C-48D7-B336-02110FCD13E1}" type="pres">
      <dgm:prSet presAssocID="{53EC4F9D-9C16-4509-81F6-DF21D6CCD034}" presName="hierChild4" presStyleCnt="0"/>
      <dgm:spPr/>
    </dgm:pt>
    <dgm:pt modelId="{0ED03489-337F-4043-A811-EA10221042D2}" type="pres">
      <dgm:prSet presAssocID="{53EC4F9D-9C16-4509-81F6-DF21D6CCD034}" presName="hierChild5" presStyleCnt="0"/>
      <dgm:spPr/>
    </dgm:pt>
    <dgm:pt modelId="{6934A954-DFB4-458E-90B5-58AF5F13854B}" type="pres">
      <dgm:prSet presAssocID="{055FF1A0-6242-4DE8-ADF7-9534DC3EC8A7}" presName="Name37" presStyleLbl="parChTrans1D3" presStyleIdx="2" presStyleCnt="7"/>
      <dgm:spPr/>
    </dgm:pt>
    <dgm:pt modelId="{B8D0058A-D832-4673-980C-91A5D6B81F92}" type="pres">
      <dgm:prSet presAssocID="{51561EEE-5AFD-43E6-8DAF-A76F70AC6B6D}" presName="hierRoot2" presStyleCnt="0">
        <dgm:presLayoutVars>
          <dgm:hierBranch val="init"/>
        </dgm:presLayoutVars>
      </dgm:prSet>
      <dgm:spPr/>
    </dgm:pt>
    <dgm:pt modelId="{2508162E-A24F-4DD1-B01D-B08BE7CDBB9E}" type="pres">
      <dgm:prSet presAssocID="{51561EEE-5AFD-43E6-8DAF-A76F70AC6B6D}" presName="rootComposite" presStyleCnt="0"/>
      <dgm:spPr/>
    </dgm:pt>
    <dgm:pt modelId="{15C18B8C-E19A-4895-AFF4-A66B9A7DE4E8}" type="pres">
      <dgm:prSet presAssocID="{51561EEE-5AFD-43E6-8DAF-A76F70AC6B6D}" presName="rootText" presStyleLbl="node3" presStyleIdx="2" presStyleCnt="7">
        <dgm:presLayoutVars>
          <dgm:chPref val="3"/>
        </dgm:presLayoutVars>
      </dgm:prSet>
      <dgm:spPr/>
    </dgm:pt>
    <dgm:pt modelId="{11A79C1E-B571-4F17-9D5B-586F9DB159EE}" type="pres">
      <dgm:prSet presAssocID="{51561EEE-5AFD-43E6-8DAF-A76F70AC6B6D}" presName="rootConnector" presStyleLbl="node3" presStyleIdx="2" presStyleCnt="7"/>
      <dgm:spPr/>
    </dgm:pt>
    <dgm:pt modelId="{C369A057-0386-444A-907C-36473A00FE6A}" type="pres">
      <dgm:prSet presAssocID="{51561EEE-5AFD-43E6-8DAF-A76F70AC6B6D}" presName="hierChild4" presStyleCnt="0"/>
      <dgm:spPr/>
    </dgm:pt>
    <dgm:pt modelId="{7581259A-BC7A-44A8-8043-6940A00CF574}" type="pres">
      <dgm:prSet presAssocID="{51561EEE-5AFD-43E6-8DAF-A76F70AC6B6D}" presName="hierChild5" presStyleCnt="0"/>
      <dgm:spPr/>
    </dgm:pt>
    <dgm:pt modelId="{0ADE9B83-BE1E-41BC-B8F8-4D884B8FE76C}" type="pres">
      <dgm:prSet presAssocID="{FA8A9C39-C595-4D5E-A119-8C48710C837E}" presName="hierChild5" presStyleCnt="0"/>
      <dgm:spPr/>
    </dgm:pt>
    <dgm:pt modelId="{7E92DBE7-0BB5-4BCA-8BC3-C73C88EBCADD}" type="pres">
      <dgm:prSet presAssocID="{4AD00307-5C6E-4B22-ACD6-26C3267483D7}" presName="Name37" presStyleLbl="parChTrans1D2" presStyleIdx="1" presStyleCnt="3"/>
      <dgm:spPr/>
    </dgm:pt>
    <dgm:pt modelId="{B347B4C8-E927-4EB6-BE67-8FEAA32A7000}" type="pres">
      <dgm:prSet presAssocID="{CD75D790-1EAA-4DFA-9703-72215ED0DBBC}" presName="hierRoot2" presStyleCnt="0">
        <dgm:presLayoutVars>
          <dgm:hierBranch val="init"/>
        </dgm:presLayoutVars>
      </dgm:prSet>
      <dgm:spPr/>
    </dgm:pt>
    <dgm:pt modelId="{95DB110D-C1BE-43A1-97FE-F7A17C0A5083}" type="pres">
      <dgm:prSet presAssocID="{CD75D790-1EAA-4DFA-9703-72215ED0DBBC}" presName="rootComposite" presStyleCnt="0"/>
      <dgm:spPr/>
    </dgm:pt>
    <dgm:pt modelId="{90EEF9C0-468E-4324-B9D7-30FDB65DA752}" type="pres">
      <dgm:prSet presAssocID="{CD75D790-1EAA-4DFA-9703-72215ED0DBBC}" presName="rootText" presStyleLbl="node2" presStyleIdx="1" presStyleCnt="3">
        <dgm:presLayoutVars>
          <dgm:chPref val="3"/>
        </dgm:presLayoutVars>
      </dgm:prSet>
      <dgm:spPr/>
    </dgm:pt>
    <dgm:pt modelId="{8A2D843E-C676-47EF-BE18-A1F479E2EFFE}" type="pres">
      <dgm:prSet presAssocID="{CD75D790-1EAA-4DFA-9703-72215ED0DBBC}" presName="rootConnector" presStyleLbl="node2" presStyleIdx="1" presStyleCnt="3"/>
      <dgm:spPr/>
    </dgm:pt>
    <dgm:pt modelId="{1797111E-991B-465B-8D68-CD95C4726979}" type="pres">
      <dgm:prSet presAssocID="{CD75D790-1EAA-4DFA-9703-72215ED0DBBC}" presName="hierChild4" presStyleCnt="0"/>
      <dgm:spPr/>
    </dgm:pt>
    <dgm:pt modelId="{29638A66-AD92-4762-A809-C4C08A8C4B57}" type="pres">
      <dgm:prSet presAssocID="{452B13AE-AB8A-4F5B-9897-2438790F48F6}" presName="Name37" presStyleLbl="parChTrans1D3" presStyleIdx="3" presStyleCnt="7"/>
      <dgm:spPr/>
    </dgm:pt>
    <dgm:pt modelId="{04E7DF22-40D5-494A-AD45-9E66FD6F9586}" type="pres">
      <dgm:prSet presAssocID="{6B951EA2-E2CD-4752-A94B-A8AD7F79BB0D}" presName="hierRoot2" presStyleCnt="0">
        <dgm:presLayoutVars>
          <dgm:hierBranch val="init"/>
        </dgm:presLayoutVars>
      </dgm:prSet>
      <dgm:spPr/>
    </dgm:pt>
    <dgm:pt modelId="{8C997DDE-D563-47B1-928A-8024DA24D0AA}" type="pres">
      <dgm:prSet presAssocID="{6B951EA2-E2CD-4752-A94B-A8AD7F79BB0D}" presName="rootComposite" presStyleCnt="0"/>
      <dgm:spPr/>
    </dgm:pt>
    <dgm:pt modelId="{ED7CDCB5-EF49-459E-B97C-BE1788824277}" type="pres">
      <dgm:prSet presAssocID="{6B951EA2-E2CD-4752-A94B-A8AD7F79BB0D}" presName="rootText" presStyleLbl="node3" presStyleIdx="3" presStyleCnt="7" custLinFactNeighborY="4004">
        <dgm:presLayoutVars>
          <dgm:chPref val="3"/>
        </dgm:presLayoutVars>
      </dgm:prSet>
      <dgm:spPr/>
    </dgm:pt>
    <dgm:pt modelId="{2C46A892-72F4-4984-AEC1-E13794EB2C05}" type="pres">
      <dgm:prSet presAssocID="{6B951EA2-E2CD-4752-A94B-A8AD7F79BB0D}" presName="rootConnector" presStyleLbl="node3" presStyleIdx="3" presStyleCnt="7"/>
      <dgm:spPr/>
    </dgm:pt>
    <dgm:pt modelId="{9603FECF-7556-48B1-8261-ACA84994B70D}" type="pres">
      <dgm:prSet presAssocID="{6B951EA2-E2CD-4752-A94B-A8AD7F79BB0D}" presName="hierChild4" presStyleCnt="0"/>
      <dgm:spPr/>
    </dgm:pt>
    <dgm:pt modelId="{A7AD9593-C25D-46EB-8429-1AC50B7FC9EE}" type="pres">
      <dgm:prSet presAssocID="{6B951EA2-E2CD-4752-A94B-A8AD7F79BB0D}" presName="hierChild5" presStyleCnt="0"/>
      <dgm:spPr/>
    </dgm:pt>
    <dgm:pt modelId="{DEFDED15-1DB4-4EBB-AA77-F1F23845D5F6}" type="pres">
      <dgm:prSet presAssocID="{020477F8-44EB-4971-A71D-C6899EC59935}" presName="Name37" presStyleLbl="parChTrans1D3" presStyleIdx="4" presStyleCnt="7"/>
      <dgm:spPr/>
    </dgm:pt>
    <dgm:pt modelId="{55C2BC37-31FC-460E-B31F-6AEF208B8E33}" type="pres">
      <dgm:prSet presAssocID="{28C0AD2C-BE29-4A65-91DC-297DBDE4028E}" presName="hierRoot2" presStyleCnt="0">
        <dgm:presLayoutVars>
          <dgm:hierBranch val="init"/>
        </dgm:presLayoutVars>
      </dgm:prSet>
      <dgm:spPr/>
    </dgm:pt>
    <dgm:pt modelId="{02E0ECB6-0D43-42D6-92B5-F35B0DFA39A5}" type="pres">
      <dgm:prSet presAssocID="{28C0AD2C-BE29-4A65-91DC-297DBDE4028E}" presName="rootComposite" presStyleCnt="0"/>
      <dgm:spPr/>
    </dgm:pt>
    <dgm:pt modelId="{DD1ED2B8-7635-42DA-8236-1638EEF04D2D}" type="pres">
      <dgm:prSet presAssocID="{28C0AD2C-BE29-4A65-91DC-297DBDE4028E}" presName="rootText" presStyleLbl="node3" presStyleIdx="4" presStyleCnt="7">
        <dgm:presLayoutVars>
          <dgm:chPref val="3"/>
        </dgm:presLayoutVars>
      </dgm:prSet>
      <dgm:spPr/>
    </dgm:pt>
    <dgm:pt modelId="{53997D45-903C-4F55-8BB6-CAFB3197FC6E}" type="pres">
      <dgm:prSet presAssocID="{28C0AD2C-BE29-4A65-91DC-297DBDE4028E}" presName="rootConnector" presStyleLbl="node3" presStyleIdx="4" presStyleCnt="7"/>
      <dgm:spPr/>
    </dgm:pt>
    <dgm:pt modelId="{8E2971A3-119E-4A85-9415-9C3D3809CBAA}" type="pres">
      <dgm:prSet presAssocID="{28C0AD2C-BE29-4A65-91DC-297DBDE4028E}" presName="hierChild4" presStyleCnt="0"/>
      <dgm:spPr/>
    </dgm:pt>
    <dgm:pt modelId="{3F6EAD24-9567-4A9B-A376-681743738B04}" type="pres">
      <dgm:prSet presAssocID="{28C0AD2C-BE29-4A65-91DC-297DBDE4028E}" presName="hierChild5" presStyleCnt="0"/>
      <dgm:spPr/>
    </dgm:pt>
    <dgm:pt modelId="{135ED658-9ACC-4476-A08F-5F917B3D8948}" type="pres">
      <dgm:prSet presAssocID="{DEF38F3D-1563-4E0B-B6B2-FB8C78FB823A}" presName="Name37" presStyleLbl="parChTrans1D3" presStyleIdx="5" presStyleCnt="7"/>
      <dgm:spPr/>
    </dgm:pt>
    <dgm:pt modelId="{72FAA038-FBAB-4174-B779-7DC06E2257B2}" type="pres">
      <dgm:prSet presAssocID="{6FA3912C-8F65-4FF8-B170-8E07E5DFAF29}" presName="hierRoot2" presStyleCnt="0">
        <dgm:presLayoutVars>
          <dgm:hierBranch val="init"/>
        </dgm:presLayoutVars>
      </dgm:prSet>
      <dgm:spPr/>
    </dgm:pt>
    <dgm:pt modelId="{C41C62F3-B870-4FD7-9616-0B130552A986}" type="pres">
      <dgm:prSet presAssocID="{6FA3912C-8F65-4FF8-B170-8E07E5DFAF29}" presName="rootComposite" presStyleCnt="0"/>
      <dgm:spPr/>
    </dgm:pt>
    <dgm:pt modelId="{8FED283A-0470-4384-95F4-54E721EFDDF1}" type="pres">
      <dgm:prSet presAssocID="{6FA3912C-8F65-4FF8-B170-8E07E5DFAF29}" presName="rootText" presStyleLbl="node3" presStyleIdx="5" presStyleCnt="7">
        <dgm:presLayoutVars>
          <dgm:chPref val="3"/>
        </dgm:presLayoutVars>
      </dgm:prSet>
      <dgm:spPr/>
    </dgm:pt>
    <dgm:pt modelId="{E33928C0-1550-437E-B358-A87D630DCC3B}" type="pres">
      <dgm:prSet presAssocID="{6FA3912C-8F65-4FF8-B170-8E07E5DFAF29}" presName="rootConnector" presStyleLbl="node3" presStyleIdx="5" presStyleCnt="7"/>
      <dgm:spPr/>
    </dgm:pt>
    <dgm:pt modelId="{FA851004-7254-45A2-A6E7-9BD9D53AD21F}" type="pres">
      <dgm:prSet presAssocID="{6FA3912C-8F65-4FF8-B170-8E07E5DFAF29}" presName="hierChild4" presStyleCnt="0"/>
      <dgm:spPr/>
    </dgm:pt>
    <dgm:pt modelId="{E2F2948C-9A52-4167-B835-AA8E27054949}" type="pres">
      <dgm:prSet presAssocID="{6FA3912C-8F65-4FF8-B170-8E07E5DFAF29}" presName="hierChild5" presStyleCnt="0"/>
      <dgm:spPr/>
    </dgm:pt>
    <dgm:pt modelId="{4562E2A2-9F49-4EB3-A188-79FF3AD1D2AE}" type="pres">
      <dgm:prSet presAssocID="{CD75D790-1EAA-4DFA-9703-72215ED0DBBC}" presName="hierChild5" presStyleCnt="0"/>
      <dgm:spPr/>
    </dgm:pt>
    <dgm:pt modelId="{6D6DCFB9-5750-4119-92CD-3199D8A9A330}" type="pres">
      <dgm:prSet presAssocID="{40D89C21-99D8-40D1-A848-20DD9ECC9A2C}" presName="Name37" presStyleLbl="parChTrans1D2" presStyleIdx="2" presStyleCnt="3"/>
      <dgm:spPr/>
    </dgm:pt>
    <dgm:pt modelId="{9AF4AF25-725A-4E9C-82D1-34C9C5395541}" type="pres">
      <dgm:prSet presAssocID="{20D3AB73-B9AD-4448-B907-73A77F9E9577}" presName="hierRoot2" presStyleCnt="0">
        <dgm:presLayoutVars>
          <dgm:hierBranch val="init"/>
        </dgm:presLayoutVars>
      </dgm:prSet>
      <dgm:spPr/>
    </dgm:pt>
    <dgm:pt modelId="{2BF13887-263E-4738-B755-1C885D6C19A5}" type="pres">
      <dgm:prSet presAssocID="{20D3AB73-B9AD-4448-B907-73A77F9E9577}" presName="rootComposite" presStyleCnt="0"/>
      <dgm:spPr/>
    </dgm:pt>
    <dgm:pt modelId="{D0222E0C-546C-4F66-A965-64881CE118CD}" type="pres">
      <dgm:prSet presAssocID="{20D3AB73-B9AD-4448-B907-73A77F9E9577}" presName="rootText" presStyleLbl="node2" presStyleIdx="2" presStyleCnt="3">
        <dgm:presLayoutVars>
          <dgm:chPref val="3"/>
        </dgm:presLayoutVars>
      </dgm:prSet>
      <dgm:spPr/>
    </dgm:pt>
    <dgm:pt modelId="{25163FB7-AE36-48C2-84A7-DAF18B63657D}" type="pres">
      <dgm:prSet presAssocID="{20D3AB73-B9AD-4448-B907-73A77F9E9577}" presName="rootConnector" presStyleLbl="node2" presStyleIdx="2" presStyleCnt="3"/>
      <dgm:spPr/>
    </dgm:pt>
    <dgm:pt modelId="{7DFC3A4E-44CE-488C-8E53-C544F19A2C0B}" type="pres">
      <dgm:prSet presAssocID="{20D3AB73-B9AD-4448-B907-73A77F9E9577}" presName="hierChild4" presStyleCnt="0"/>
      <dgm:spPr/>
    </dgm:pt>
    <dgm:pt modelId="{512960D0-3288-4A57-8F3D-941EF8F867C7}" type="pres">
      <dgm:prSet presAssocID="{7A32839B-376B-4367-BBE6-C77AC16836A1}" presName="Name37" presStyleLbl="parChTrans1D3" presStyleIdx="6" presStyleCnt="7"/>
      <dgm:spPr/>
    </dgm:pt>
    <dgm:pt modelId="{6E273B23-7105-4F9C-8088-9ADEB7185EB1}" type="pres">
      <dgm:prSet presAssocID="{DD03F622-DD24-418F-9AFC-346E4C2027A9}" presName="hierRoot2" presStyleCnt="0">
        <dgm:presLayoutVars>
          <dgm:hierBranch val="init"/>
        </dgm:presLayoutVars>
      </dgm:prSet>
      <dgm:spPr/>
    </dgm:pt>
    <dgm:pt modelId="{E061A4DA-44EB-4DC2-9A44-8E2C85376F73}" type="pres">
      <dgm:prSet presAssocID="{DD03F622-DD24-418F-9AFC-346E4C2027A9}" presName="rootComposite" presStyleCnt="0"/>
      <dgm:spPr/>
    </dgm:pt>
    <dgm:pt modelId="{AB8B1375-1224-41BC-997E-39715E09122A}" type="pres">
      <dgm:prSet presAssocID="{DD03F622-DD24-418F-9AFC-346E4C2027A9}" presName="rootText" presStyleLbl="node3" presStyleIdx="6" presStyleCnt="7" custLinFactY="46612" custLinFactNeighborX="25699" custLinFactNeighborY="100000">
        <dgm:presLayoutVars>
          <dgm:chPref val="3"/>
        </dgm:presLayoutVars>
      </dgm:prSet>
      <dgm:spPr/>
    </dgm:pt>
    <dgm:pt modelId="{01223FA5-65FA-463E-9B7B-8D8F0536C9F5}" type="pres">
      <dgm:prSet presAssocID="{DD03F622-DD24-418F-9AFC-346E4C2027A9}" presName="rootConnector" presStyleLbl="node3" presStyleIdx="6" presStyleCnt="7"/>
      <dgm:spPr/>
    </dgm:pt>
    <dgm:pt modelId="{5C1BA991-038A-495C-9779-F73FCE76D6E0}" type="pres">
      <dgm:prSet presAssocID="{DD03F622-DD24-418F-9AFC-346E4C2027A9}" presName="hierChild4" presStyleCnt="0"/>
      <dgm:spPr/>
    </dgm:pt>
    <dgm:pt modelId="{FF1E1D90-1BE1-4DE0-9278-AA4CFBB24955}" type="pres">
      <dgm:prSet presAssocID="{DD03F622-DD24-418F-9AFC-346E4C2027A9}" presName="hierChild5" presStyleCnt="0"/>
      <dgm:spPr/>
    </dgm:pt>
    <dgm:pt modelId="{7135020F-0DEB-4AB7-8183-CEFA21A00F25}" type="pres">
      <dgm:prSet presAssocID="{20D3AB73-B9AD-4448-B907-73A77F9E9577}" presName="hierChild5" presStyleCnt="0"/>
      <dgm:spPr/>
    </dgm:pt>
    <dgm:pt modelId="{EE1E2628-D995-4BE3-BCD0-3F3F8D12DBF6}" type="pres">
      <dgm:prSet presAssocID="{DC0587EB-98AB-4F29-8DB1-C434D447A193}" presName="hierChild3" presStyleCnt="0"/>
      <dgm:spPr/>
    </dgm:pt>
  </dgm:ptLst>
  <dgm:cxnLst>
    <dgm:cxn modelId="{47C0B10F-02BD-407C-97F5-41DCB3798580}" srcId="{DC0587EB-98AB-4F29-8DB1-C434D447A193}" destId="{20D3AB73-B9AD-4448-B907-73A77F9E9577}" srcOrd="2" destOrd="0" parTransId="{40D89C21-99D8-40D1-A848-20DD9ECC9A2C}" sibTransId="{462DCAEB-5AD2-41F6-8C7E-3605F051DAAE}"/>
    <dgm:cxn modelId="{9B3B5812-6C16-41B2-97A0-8EB628CF5059}" srcId="{CD75D790-1EAA-4DFA-9703-72215ED0DBBC}" destId="{6FA3912C-8F65-4FF8-B170-8E07E5DFAF29}" srcOrd="2" destOrd="0" parTransId="{DEF38F3D-1563-4E0B-B6B2-FB8C78FB823A}" sibTransId="{67A0C94E-4D77-4707-9DDD-957738D489C5}"/>
    <dgm:cxn modelId="{50F08115-3948-4A04-8F79-917538D4FA28}" type="presOf" srcId="{FA8A9C39-C595-4D5E-A119-8C48710C837E}" destId="{DAA33312-3319-4894-9827-B9A57E0747F6}" srcOrd="0" destOrd="0" presId="urn:microsoft.com/office/officeart/2005/8/layout/orgChart1"/>
    <dgm:cxn modelId="{EFE01416-02A6-4407-ADD1-D034A59274FA}" type="presOf" srcId="{53EC4F9D-9C16-4509-81F6-DF21D6CCD034}" destId="{63C08C54-19C9-4A77-92F6-9EA21B3DEDF6}" srcOrd="1" destOrd="0" presId="urn:microsoft.com/office/officeart/2005/8/layout/orgChart1"/>
    <dgm:cxn modelId="{723BA71E-5B6C-49F0-8578-D297A3287095}" type="presOf" srcId="{28C0AD2C-BE29-4A65-91DC-297DBDE4028E}" destId="{53997D45-903C-4F55-8BB6-CAFB3197FC6E}" srcOrd="1" destOrd="0" presId="urn:microsoft.com/office/officeart/2005/8/layout/orgChart1"/>
    <dgm:cxn modelId="{24250D20-57A3-4585-9AAA-E41F93F7DD8A}" type="presOf" srcId="{6FA3912C-8F65-4FF8-B170-8E07E5DFAF29}" destId="{E33928C0-1550-437E-B358-A87D630DCC3B}" srcOrd="1" destOrd="0" presId="urn:microsoft.com/office/officeart/2005/8/layout/orgChart1"/>
    <dgm:cxn modelId="{2FE14C2B-97AD-4E8F-A2B9-8647EE229E31}" type="presOf" srcId="{8C628289-C355-4FF4-8730-8A8AE37CC29C}" destId="{2E271BB0-44A9-4551-94AC-5BD987F2F920}" srcOrd="0" destOrd="0" presId="urn:microsoft.com/office/officeart/2005/8/layout/orgChart1"/>
    <dgm:cxn modelId="{60753432-FDD0-4268-BB7A-BA6EC95A2CFC}" type="presOf" srcId="{40D89C21-99D8-40D1-A848-20DD9ECC9A2C}" destId="{6D6DCFB9-5750-4119-92CD-3199D8A9A330}" srcOrd="0" destOrd="0" presId="urn:microsoft.com/office/officeart/2005/8/layout/orgChart1"/>
    <dgm:cxn modelId="{5B0AAD3E-AB9E-4FD8-BF2F-0C7219C1C33F}" srcId="{CD75D790-1EAA-4DFA-9703-72215ED0DBBC}" destId="{6B951EA2-E2CD-4752-A94B-A8AD7F79BB0D}" srcOrd="0" destOrd="0" parTransId="{452B13AE-AB8A-4F5B-9897-2438790F48F6}" sibTransId="{3CA36DC8-8E8B-4FDF-AA8C-B1FDF86EF8DF}"/>
    <dgm:cxn modelId="{A3F7C43E-4078-4521-81F9-325AF5D9BC81}" type="presOf" srcId="{452B13AE-AB8A-4F5B-9897-2438790F48F6}" destId="{29638A66-AD92-4762-A809-C4C08A8C4B57}" srcOrd="0" destOrd="0" presId="urn:microsoft.com/office/officeart/2005/8/layout/orgChart1"/>
    <dgm:cxn modelId="{97C7603F-04CC-46E9-9AC7-177661F46409}" type="presOf" srcId="{089BAA7F-A2B8-42C8-9271-48DFA26C2817}" destId="{4A8E3A3B-3E45-44B9-81C4-30F8CAD0ADB5}" srcOrd="0" destOrd="0" presId="urn:microsoft.com/office/officeart/2005/8/layout/orgChart1"/>
    <dgm:cxn modelId="{CFD15E5B-BC15-444F-8C4D-FDF5A75B9230}" type="presOf" srcId="{0481D263-5C0F-4760-A3D5-0D627BF69949}" destId="{64C52312-CF51-4612-BE69-1B05F1CBE33A}" srcOrd="0" destOrd="0" presId="urn:microsoft.com/office/officeart/2005/8/layout/orgChart1"/>
    <dgm:cxn modelId="{D7DFEA42-5DBF-4049-8BC2-DFC7FB6B01FD}" type="presOf" srcId="{DEF38F3D-1563-4E0B-B6B2-FB8C78FB823A}" destId="{135ED658-9ACC-4476-A08F-5F917B3D8948}" srcOrd="0" destOrd="0" presId="urn:microsoft.com/office/officeart/2005/8/layout/orgChart1"/>
    <dgm:cxn modelId="{BEF9E663-F0E3-4D48-8100-BA31643D056B}" type="presOf" srcId="{3194904A-5C51-4E1F-871F-1FEBBA5A11B3}" destId="{D71F8148-4348-4D09-938B-88D69AA02196}" srcOrd="1" destOrd="0" presId="urn:microsoft.com/office/officeart/2005/8/layout/orgChart1"/>
    <dgm:cxn modelId="{ACE14C49-A3E2-4979-A476-1AE54BBEB446}" type="presOf" srcId="{3194904A-5C51-4E1F-871F-1FEBBA5A11B3}" destId="{17244BF7-3F07-44F5-ACC3-EECBC4C2D41B}" srcOrd="0" destOrd="0" presId="urn:microsoft.com/office/officeart/2005/8/layout/orgChart1"/>
    <dgm:cxn modelId="{3EF65069-0318-456F-968A-B4C81D507C0A}" type="presOf" srcId="{DD03F622-DD24-418F-9AFC-346E4C2027A9}" destId="{AB8B1375-1224-41BC-997E-39715E09122A}" srcOrd="0" destOrd="0" presId="urn:microsoft.com/office/officeart/2005/8/layout/orgChart1"/>
    <dgm:cxn modelId="{71F33F4D-569A-43DE-A688-DCDBF51E194C}" type="presOf" srcId="{DC0587EB-98AB-4F29-8DB1-C434D447A193}" destId="{AD80E630-36D8-48DA-B878-857185180158}" srcOrd="1" destOrd="0" presId="urn:microsoft.com/office/officeart/2005/8/layout/orgChart1"/>
    <dgm:cxn modelId="{A320AB6F-2D9C-4A46-AA31-79A2CCE632EF}" type="presOf" srcId="{20D3AB73-B9AD-4448-B907-73A77F9E9577}" destId="{25163FB7-AE36-48C2-84A7-DAF18B63657D}" srcOrd="1" destOrd="0" presId="urn:microsoft.com/office/officeart/2005/8/layout/orgChart1"/>
    <dgm:cxn modelId="{AB622377-37EE-4D35-B4A5-54E7C6879903}" type="presOf" srcId="{10B28FD2-9F8D-412F-A5E5-A2869C28BCB3}" destId="{4A27DF95-814F-4E0D-8AFC-142C026E2FD9}" srcOrd="0" destOrd="0" presId="urn:microsoft.com/office/officeart/2005/8/layout/orgChart1"/>
    <dgm:cxn modelId="{5C0A0381-08C1-49DF-A4FA-5D4960064BB9}" type="presOf" srcId="{DD03F622-DD24-418F-9AFC-346E4C2027A9}" destId="{01223FA5-65FA-463E-9B7B-8D8F0536C9F5}" srcOrd="1" destOrd="0" presId="urn:microsoft.com/office/officeart/2005/8/layout/orgChart1"/>
    <dgm:cxn modelId="{2848D289-450B-4ADF-A084-BBADB08F66A2}" type="presOf" srcId="{CD75D790-1EAA-4DFA-9703-72215ED0DBBC}" destId="{90EEF9C0-468E-4324-B9D7-30FDB65DA752}" srcOrd="0" destOrd="0" presId="urn:microsoft.com/office/officeart/2005/8/layout/orgChart1"/>
    <dgm:cxn modelId="{253A958A-2072-4B5F-9A58-E9A14E72AC7E}" srcId="{20D3AB73-B9AD-4448-B907-73A77F9E9577}" destId="{DD03F622-DD24-418F-9AFC-346E4C2027A9}" srcOrd="0" destOrd="0" parTransId="{7A32839B-376B-4367-BBE6-C77AC16836A1}" sibTransId="{403DA17D-FFD0-47A7-A11F-967F311812E7}"/>
    <dgm:cxn modelId="{AFEA7B8B-C091-446F-8F73-8B023DD48E8A}" type="presOf" srcId="{DC0587EB-98AB-4F29-8DB1-C434D447A193}" destId="{E8F94EAE-5170-4990-BB14-8D02A76C7800}" srcOrd="0" destOrd="0" presId="urn:microsoft.com/office/officeart/2005/8/layout/orgChart1"/>
    <dgm:cxn modelId="{874F5390-135A-47A9-A060-2836EBFDB63E}" type="presOf" srcId="{7A32839B-376B-4367-BBE6-C77AC16836A1}" destId="{512960D0-3288-4A57-8F3D-941EF8F867C7}" srcOrd="0" destOrd="0" presId="urn:microsoft.com/office/officeart/2005/8/layout/orgChart1"/>
    <dgm:cxn modelId="{5EA3EAA0-A99B-4179-A8B7-FC8EF3ED77A7}" type="presOf" srcId="{51561EEE-5AFD-43E6-8DAF-A76F70AC6B6D}" destId="{15C18B8C-E19A-4895-AFF4-A66B9A7DE4E8}" srcOrd="0" destOrd="0" presId="urn:microsoft.com/office/officeart/2005/8/layout/orgChart1"/>
    <dgm:cxn modelId="{1EED20AE-925F-4DF2-8A5F-EA8BEEFDAD77}" type="presOf" srcId="{CD75D790-1EAA-4DFA-9703-72215ED0DBBC}" destId="{8A2D843E-C676-47EF-BE18-A1F479E2EFFE}" srcOrd="1" destOrd="0" presId="urn:microsoft.com/office/officeart/2005/8/layout/orgChart1"/>
    <dgm:cxn modelId="{5CF4E6AE-BE4A-4778-B0DE-EBA4E4819225}" type="presOf" srcId="{20D3AB73-B9AD-4448-B907-73A77F9E9577}" destId="{D0222E0C-546C-4F66-A965-64881CE118CD}" srcOrd="0" destOrd="0" presId="urn:microsoft.com/office/officeart/2005/8/layout/orgChart1"/>
    <dgm:cxn modelId="{0576EBB6-FF2B-4009-9683-F21771F3A01E}" type="presOf" srcId="{6B951EA2-E2CD-4752-A94B-A8AD7F79BB0D}" destId="{ED7CDCB5-EF49-459E-B97C-BE1788824277}" srcOrd="0" destOrd="0" presId="urn:microsoft.com/office/officeart/2005/8/layout/orgChart1"/>
    <dgm:cxn modelId="{7FFFD3BE-B682-4428-BFB6-7321DE7ED743}" srcId="{CD75D790-1EAA-4DFA-9703-72215ED0DBBC}" destId="{28C0AD2C-BE29-4A65-91DC-297DBDE4028E}" srcOrd="1" destOrd="0" parTransId="{020477F8-44EB-4971-A71D-C6899EC59935}" sibTransId="{B35ADD56-E2F4-4B07-936E-FBF78325CE0B}"/>
    <dgm:cxn modelId="{64BCBCC1-4479-420A-8166-21CE2DDFA739}" type="presOf" srcId="{055FF1A0-6242-4DE8-ADF7-9534DC3EC8A7}" destId="{6934A954-DFB4-458E-90B5-58AF5F13854B}" srcOrd="0" destOrd="0" presId="urn:microsoft.com/office/officeart/2005/8/layout/orgChart1"/>
    <dgm:cxn modelId="{3932ACC6-BF70-43DD-B4B4-E30C053AB161}" type="presOf" srcId="{FA8A9C39-C595-4D5E-A119-8C48710C837E}" destId="{4D172F89-1F9A-4A62-8578-ECE241A1B084}" srcOrd="1" destOrd="0" presId="urn:microsoft.com/office/officeart/2005/8/layout/orgChart1"/>
    <dgm:cxn modelId="{2C18F2C8-E05B-4B86-A196-2FDB9656F887}" srcId="{DC0587EB-98AB-4F29-8DB1-C434D447A193}" destId="{CD75D790-1EAA-4DFA-9703-72215ED0DBBC}" srcOrd="1" destOrd="0" parTransId="{4AD00307-5C6E-4B22-ACD6-26C3267483D7}" sibTransId="{C3891311-CDBA-4FF4-89C7-AA81430A0C54}"/>
    <dgm:cxn modelId="{152D3FC9-119A-446B-B9FC-ECE208B3914D}" type="presOf" srcId="{51561EEE-5AFD-43E6-8DAF-A76F70AC6B6D}" destId="{11A79C1E-B571-4F17-9D5B-586F9DB159EE}" srcOrd="1" destOrd="0" presId="urn:microsoft.com/office/officeart/2005/8/layout/orgChart1"/>
    <dgm:cxn modelId="{3EAD8BCA-3203-41A7-A7D4-C1E515A96629}" type="presOf" srcId="{4AD00307-5C6E-4B22-ACD6-26C3267483D7}" destId="{7E92DBE7-0BB5-4BCA-8BC3-C73C88EBCADD}" srcOrd="0" destOrd="0" presId="urn:microsoft.com/office/officeart/2005/8/layout/orgChart1"/>
    <dgm:cxn modelId="{DFA85DCB-4F18-4161-A763-12449C99903D}" type="presOf" srcId="{6FA3912C-8F65-4FF8-B170-8E07E5DFAF29}" destId="{8FED283A-0470-4384-95F4-54E721EFDDF1}" srcOrd="0" destOrd="0" presId="urn:microsoft.com/office/officeart/2005/8/layout/orgChart1"/>
    <dgm:cxn modelId="{31D173D2-931D-40B5-84EF-3BECA1C245AB}" srcId="{FA8A9C39-C595-4D5E-A119-8C48710C837E}" destId="{53EC4F9D-9C16-4509-81F6-DF21D6CCD034}" srcOrd="1" destOrd="0" parTransId="{10B28FD2-9F8D-412F-A5E5-A2869C28BCB3}" sibTransId="{015E64B7-0702-4192-9770-B478811BA7C6}"/>
    <dgm:cxn modelId="{4106F8D2-F4FC-4C03-B971-D2FE4637A5C4}" type="presOf" srcId="{6B951EA2-E2CD-4752-A94B-A8AD7F79BB0D}" destId="{2C46A892-72F4-4984-AEC1-E13794EB2C05}" srcOrd="1" destOrd="0" presId="urn:microsoft.com/office/officeart/2005/8/layout/orgChart1"/>
    <dgm:cxn modelId="{CF54F9DA-3FE4-453B-8C2C-CF68E70C15A1}" type="presOf" srcId="{28C0AD2C-BE29-4A65-91DC-297DBDE4028E}" destId="{DD1ED2B8-7635-42DA-8236-1638EEF04D2D}" srcOrd="0" destOrd="0" presId="urn:microsoft.com/office/officeart/2005/8/layout/orgChart1"/>
    <dgm:cxn modelId="{1B0B9EDF-CB9E-4105-A9AB-0B069D5EDAFB}" srcId="{FA8A9C39-C595-4D5E-A119-8C48710C837E}" destId="{51561EEE-5AFD-43E6-8DAF-A76F70AC6B6D}" srcOrd="2" destOrd="0" parTransId="{055FF1A0-6242-4DE8-ADF7-9534DC3EC8A7}" sibTransId="{A25E8C84-6F9D-4B23-8A67-8E350D8FCF13}"/>
    <dgm:cxn modelId="{4A47ACE2-67E9-4C24-9B42-596F86D96A3C}" type="presOf" srcId="{020477F8-44EB-4971-A71D-C6899EC59935}" destId="{DEFDED15-1DB4-4EBB-AA77-F1F23845D5F6}" srcOrd="0" destOrd="0" presId="urn:microsoft.com/office/officeart/2005/8/layout/orgChart1"/>
    <dgm:cxn modelId="{D35684E7-378A-492F-BA48-23ABB233DE7F}" srcId="{FA8A9C39-C595-4D5E-A119-8C48710C837E}" destId="{3194904A-5C51-4E1F-871F-1FEBBA5A11B3}" srcOrd="0" destOrd="0" parTransId="{0481D263-5C0F-4760-A3D5-0D627BF69949}" sibTransId="{D0BE458F-8BA5-4891-8ECC-7886BAD3799E}"/>
    <dgm:cxn modelId="{7968A8EA-0D56-4F2E-A5C6-1F6B6A4BD2C0}" srcId="{DC0587EB-98AB-4F29-8DB1-C434D447A193}" destId="{FA8A9C39-C595-4D5E-A119-8C48710C837E}" srcOrd="0" destOrd="0" parTransId="{8C628289-C355-4FF4-8730-8A8AE37CC29C}" sibTransId="{97566BAD-E320-45F8-B287-3DC44A21D8BA}"/>
    <dgm:cxn modelId="{764525F0-C57E-4075-8386-5332404BF78E}" srcId="{089BAA7F-A2B8-42C8-9271-48DFA26C2817}" destId="{DC0587EB-98AB-4F29-8DB1-C434D447A193}" srcOrd="0" destOrd="0" parTransId="{E6311FBC-04BD-4A62-95F2-72FE2157C380}" sibTransId="{055640DA-CDB0-4AAE-9E4B-871B274B98F5}"/>
    <dgm:cxn modelId="{FE9457FD-0D47-43E4-8C39-4E24F71557A1}" type="presOf" srcId="{53EC4F9D-9C16-4509-81F6-DF21D6CCD034}" destId="{0E630B34-4DD6-4475-AD0A-F206F462C98A}" srcOrd="0" destOrd="0" presId="urn:microsoft.com/office/officeart/2005/8/layout/orgChart1"/>
    <dgm:cxn modelId="{58E8BA35-556A-4A64-A5C5-1FD885BD4928}" type="presParOf" srcId="{4A8E3A3B-3E45-44B9-81C4-30F8CAD0ADB5}" destId="{1D15A964-903C-49A9-BEC1-E2E3BD8B8BA9}" srcOrd="0" destOrd="0" presId="urn:microsoft.com/office/officeart/2005/8/layout/orgChart1"/>
    <dgm:cxn modelId="{9D238AB7-4B5C-41BD-9516-60FF9FBB26AE}" type="presParOf" srcId="{1D15A964-903C-49A9-BEC1-E2E3BD8B8BA9}" destId="{5B177C8D-3E0B-47F5-B230-7C32EFF620BC}" srcOrd="0" destOrd="0" presId="urn:microsoft.com/office/officeart/2005/8/layout/orgChart1"/>
    <dgm:cxn modelId="{B5E6FEFC-D676-4E09-950D-C5284AFD1413}" type="presParOf" srcId="{5B177C8D-3E0B-47F5-B230-7C32EFF620BC}" destId="{E8F94EAE-5170-4990-BB14-8D02A76C7800}" srcOrd="0" destOrd="0" presId="urn:microsoft.com/office/officeart/2005/8/layout/orgChart1"/>
    <dgm:cxn modelId="{34C43444-6F05-46AD-B47F-AE8288AD7B12}" type="presParOf" srcId="{5B177C8D-3E0B-47F5-B230-7C32EFF620BC}" destId="{AD80E630-36D8-48DA-B878-857185180158}" srcOrd="1" destOrd="0" presId="urn:microsoft.com/office/officeart/2005/8/layout/orgChart1"/>
    <dgm:cxn modelId="{16DB8480-B717-4394-B98F-785305F039D3}" type="presParOf" srcId="{1D15A964-903C-49A9-BEC1-E2E3BD8B8BA9}" destId="{4C907B32-A2E0-4957-A421-A389E25A84A2}" srcOrd="1" destOrd="0" presId="urn:microsoft.com/office/officeart/2005/8/layout/orgChart1"/>
    <dgm:cxn modelId="{F3EDEB0F-C00C-4B5A-AD3C-681044927683}" type="presParOf" srcId="{4C907B32-A2E0-4957-A421-A389E25A84A2}" destId="{2E271BB0-44A9-4551-94AC-5BD987F2F920}" srcOrd="0" destOrd="0" presId="urn:microsoft.com/office/officeart/2005/8/layout/orgChart1"/>
    <dgm:cxn modelId="{BDC13AF9-C5B0-4C23-8822-84CB6EB21ED9}" type="presParOf" srcId="{4C907B32-A2E0-4957-A421-A389E25A84A2}" destId="{B59A5CD1-DA51-411E-B348-53D6C04D22F1}" srcOrd="1" destOrd="0" presId="urn:microsoft.com/office/officeart/2005/8/layout/orgChart1"/>
    <dgm:cxn modelId="{EECCC558-9D6E-48B3-835C-D90430FBAAAA}" type="presParOf" srcId="{B59A5CD1-DA51-411E-B348-53D6C04D22F1}" destId="{3982AED7-E171-49D0-A9D6-1F106D315100}" srcOrd="0" destOrd="0" presId="urn:microsoft.com/office/officeart/2005/8/layout/orgChart1"/>
    <dgm:cxn modelId="{0477C3B5-29C4-44E8-9F49-0A6011F62825}" type="presParOf" srcId="{3982AED7-E171-49D0-A9D6-1F106D315100}" destId="{DAA33312-3319-4894-9827-B9A57E0747F6}" srcOrd="0" destOrd="0" presId="urn:microsoft.com/office/officeart/2005/8/layout/orgChart1"/>
    <dgm:cxn modelId="{46F61511-4C31-46FE-9803-3C46AB89692F}" type="presParOf" srcId="{3982AED7-E171-49D0-A9D6-1F106D315100}" destId="{4D172F89-1F9A-4A62-8578-ECE241A1B084}" srcOrd="1" destOrd="0" presId="urn:microsoft.com/office/officeart/2005/8/layout/orgChart1"/>
    <dgm:cxn modelId="{70053D0D-F7C7-4656-9341-8AF29DA03F23}" type="presParOf" srcId="{B59A5CD1-DA51-411E-B348-53D6C04D22F1}" destId="{F7ED88AA-F9FA-487B-A2DD-942A48D6E70C}" srcOrd="1" destOrd="0" presId="urn:microsoft.com/office/officeart/2005/8/layout/orgChart1"/>
    <dgm:cxn modelId="{AB5B4D10-0A90-40C2-9284-0914B162476C}" type="presParOf" srcId="{F7ED88AA-F9FA-487B-A2DD-942A48D6E70C}" destId="{64C52312-CF51-4612-BE69-1B05F1CBE33A}" srcOrd="0" destOrd="0" presId="urn:microsoft.com/office/officeart/2005/8/layout/orgChart1"/>
    <dgm:cxn modelId="{E817A758-2413-47D4-AAC1-C75E14AE4241}" type="presParOf" srcId="{F7ED88AA-F9FA-487B-A2DD-942A48D6E70C}" destId="{01F87835-B027-49AF-82E9-401594B748CF}" srcOrd="1" destOrd="0" presId="urn:microsoft.com/office/officeart/2005/8/layout/orgChart1"/>
    <dgm:cxn modelId="{63ABC8A6-37FB-480A-BECC-99FBB4F8B7D7}" type="presParOf" srcId="{01F87835-B027-49AF-82E9-401594B748CF}" destId="{C8C66336-CE73-433B-8E82-28B20DC40456}" srcOrd="0" destOrd="0" presId="urn:microsoft.com/office/officeart/2005/8/layout/orgChart1"/>
    <dgm:cxn modelId="{32C4298A-CBC1-4274-A760-F38B4ED42991}" type="presParOf" srcId="{C8C66336-CE73-433B-8E82-28B20DC40456}" destId="{17244BF7-3F07-44F5-ACC3-EECBC4C2D41B}" srcOrd="0" destOrd="0" presId="urn:microsoft.com/office/officeart/2005/8/layout/orgChart1"/>
    <dgm:cxn modelId="{A60D3111-AD43-491F-8834-2D0232D7D803}" type="presParOf" srcId="{C8C66336-CE73-433B-8E82-28B20DC40456}" destId="{D71F8148-4348-4D09-938B-88D69AA02196}" srcOrd="1" destOrd="0" presId="urn:microsoft.com/office/officeart/2005/8/layout/orgChart1"/>
    <dgm:cxn modelId="{0C83A9B5-8562-411D-AFF5-502E41656C1C}" type="presParOf" srcId="{01F87835-B027-49AF-82E9-401594B748CF}" destId="{EC88DEC6-390E-4678-BA2E-F451E725E770}" srcOrd="1" destOrd="0" presId="urn:microsoft.com/office/officeart/2005/8/layout/orgChart1"/>
    <dgm:cxn modelId="{E9968D6F-0014-4D67-9993-CC206E4581F3}" type="presParOf" srcId="{01F87835-B027-49AF-82E9-401594B748CF}" destId="{B86D6859-BF51-49D8-9D21-4949824C32B3}" srcOrd="2" destOrd="0" presId="urn:microsoft.com/office/officeart/2005/8/layout/orgChart1"/>
    <dgm:cxn modelId="{869D2849-635E-4C81-BE35-F0C57AD578F8}" type="presParOf" srcId="{F7ED88AA-F9FA-487B-A2DD-942A48D6E70C}" destId="{4A27DF95-814F-4E0D-8AFC-142C026E2FD9}" srcOrd="2" destOrd="0" presId="urn:microsoft.com/office/officeart/2005/8/layout/orgChart1"/>
    <dgm:cxn modelId="{D1324BDC-7915-4DDD-854C-014E1A5F8395}" type="presParOf" srcId="{F7ED88AA-F9FA-487B-A2DD-942A48D6E70C}" destId="{6E8ACCC5-7F8E-4AE5-8605-95308341DB27}" srcOrd="3" destOrd="0" presId="urn:microsoft.com/office/officeart/2005/8/layout/orgChart1"/>
    <dgm:cxn modelId="{05215964-14EC-4633-830A-02CED6F62847}" type="presParOf" srcId="{6E8ACCC5-7F8E-4AE5-8605-95308341DB27}" destId="{134A4360-98EE-4A1E-B00B-0A06415604B8}" srcOrd="0" destOrd="0" presId="urn:microsoft.com/office/officeart/2005/8/layout/orgChart1"/>
    <dgm:cxn modelId="{8EE219F2-771E-4887-B836-B0E8389103AA}" type="presParOf" srcId="{134A4360-98EE-4A1E-B00B-0A06415604B8}" destId="{0E630B34-4DD6-4475-AD0A-F206F462C98A}" srcOrd="0" destOrd="0" presId="urn:microsoft.com/office/officeart/2005/8/layout/orgChart1"/>
    <dgm:cxn modelId="{48D4C81D-6040-4B55-AA18-473797853309}" type="presParOf" srcId="{134A4360-98EE-4A1E-B00B-0A06415604B8}" destId="{63C08C54-19C9-4A77-92F6-9EA21B3DEDF6}" srcOrd="1" destOrd="0" presId="urn:microsoft.com/office/officeart/2005/8/layout/orgChart1"/>
    <dgm:cxn modelId="{5E0FC4E3-627D-4A8F-A009-EAC250B2CB3F}" type="presParOf" srcId="{6E8ACCC5-7F8E-4AE5-8605-95308341DB27}" destId="{27BFD11C-5D2C-48D7-B336-02110FCD13E1}" srcOrd="1" destOrd="0" presId="urn:microsoft.com/office/officeart/2005/8/layout/orgChart1"/>
    <dgm:cxn modelId="{93596278-782E-49A1-A02A-753640F3481D}" type="presParOf" srcId="{6E8ACCC5-7F8E-4AE5-8605-95308341DB27}" destId="{0ED03489-337F-4043-A811-EA10221042D2}" srcOrd="2" destOrd="0" presId="urn:microsoft.com/office/officeart/2005/8/layout/orgChart1"/>
    <dgm:cxn modelId="{A349385F-D787-4995-ADBD-6D8DFEF1E068}" type="presParOf" srcId="{F7ED88AA-F9FA-487B-A2DD-942A48D6E70C}" destId="{6934A954-DFB4-458E-90B5-58AF5F13854B}" srcOrd="4" destOrd="0" presId="urn:microsoft.com/office/officeart/2005/8/layout/orgChart1"/>
    <dgm:cxn modelId="{C5952DF3-5385-4363-BAC4-1A90B3131C6D}" type="presParOf" srcId="{F7ED88AA-F9FA-487B-A2DD-942A48D6E70C}" destId="{B8D0058A-D832-4673-980C-91A5D6B81F92}" srcOrd="5" destOrd="0" presId="urn:microsoft.com/office/officeart/2005/8/layout/orgChart1"/>
    <dgm:cxn modelId="{C0BFF0B2-2A98-46D6-B63B-0522D80206A8}" type="presParOf" srcId="{B8D0058A-D832-4673-980C-91A5D6B81F92}" destId="{2508162E-A24F-4DD1-B01D-B08BE7CDBB9E}" srcOrd="0" destOrd="0" presId="urn:microsoft.com/office/officeart/2005/8/layout/orgChart1"/>
    <dgm:cxn modelId="{14C10083-8FA3-4B48-8B8B-845BED1C26DD}" type="presParOf" srcId="{2508162E-A24F-4DD1-B01D-B08BE7CDBB9E}" destId="{15C18B8C-E19A-4895-AFF4-A66B9A7DE4E8}" srcOrd="0" destOrd="0" presId="urn:microsoft.com/office/officeart/2005/8/layout/orgChart1"/>
    <dgm:cxn modelId="{343AB700-38B5-4065-91FF-9789DE7084BC}" type="presParOf" srcId="{2508162E-A24F-4DD1-B01D-B08BE7CDBB9E}" destId="{11A79C1E-B571-4F17-9D5B-586F9DB159EE}" srcOrd="1" destOrd="0" presId="urn:microsoft.com/office/officeart/2005/8/layout/orgChart1"/>
    <dgm:cxn modelId="{6CFC860E-8E30-4441-B5FF-E5EF9BE4D108}" type="presParOf" srcId="{B8D0058A-D832-4673-980C-91A5D6B81F92}" destId="{C369A057-0386-444A-907C-36473A00FE6A}" srcOrd="1" destOrd="0" presId="urn:microsoft.com/office/officeart/2005/8/layout/orgChart1"/>
    <dgm:cxn modelId="{3E37431F-368A-49BF-BFE9-D152C92F38B7}" type="presParOf" srcId="{B8D0058A-D832-4673-980C-91A5D6B81F92}" destId="{7581259A-BC7A-44A8-8043-6940A00CF574}" srcOrd="2" destOrd="0" presId="urn:microsoft.com/office/officeart/2005/8/layout/orgChart1"/>
    <dgm:cxn modelId="{959422D5-E946-4775-867D-14D5C06D0E8F}" type="presParOf" srcId="{B59A5CD1-DA51-411E-B348-53D6C04D22F1}" destId="{0ADE9B83-BE1E-41BC-B8F8-4D884B8FE76C}" srcOrd="2" destOrd="0" presId="urn:microsoft.com/office/officeart/2005/8/layout/orgChart1"/>
    <dgm:cxn modelId="{DC8C23ED-2969-40A9-83F1-9C5227431853}" type="presParOf" srcId="{4C907B32-A2E0-4957-A421-A389E25A84A2}" destId="{7E92DBE7-0BB5-4BCA-8BC3-C73C88EBCADD}" srcOrd="2" destOrd="0" presId="urn:microsoft.com/office/officeart/2005/8/layout/orgChart1"/>
    <dgm:cxn modelId="{D1170D16-12BF-4619-A136-981754524453}" type="presParOf" srcId="{4C907B32-A2E0-4957-A421-A389E25A84A2}" destId="{B347B4C8-E927-4EB6-BE67-8FEAA32A7000}" srcOrd="3" destOrd="0" presId="urn:microsoft.com/office/officeart/2005/8/layout/orgChart1"/>
    <dgm:cxn modelId="{65EE29C9-E239-4F79-85F0-FF957AA4202B}" type="presParOf" srcId="{B347B4C8-E927-4EB6-BE67-8FEAA32A7000}" destId="{95DB110D-C1BE-43A1-97FE-F7A17C0A5083}" srcOrd="0" destOrd="0" presId="urn:microsoft.com/office/officeart/2005/8/layout/orgChart1"/>
    <dgm:cxn modelId="{89D1A3DD-9411-433C-9D30-F306437FA5B5}" type="presParOf" srcId="{95DB110D-C1BE-43A1-97FE-F7A17C0A5083}" destId="{90EEF9C0-468E-4324-B9D7-30FDB65DA752}" srcOrd="0" destOrd="0" presId="urn:microsoft.com/office/officeart/2005/8/layout/orgChart1"/>
    <dgm:cxn modelId="{0F269717-7257-4E68-81A4-91582FDAA0D9}" type="presParOf" srcId="{95DB110D-C1BE-43A1-97FE-F7A17C0A5083}" destId="{8A2D843E-C676-47EF-BE18-A1F479E2EFFE}" srcOrd="1" destOrd="0" presId="urn:microsoft.com/office/officeart/2005/8/layout/orgChart1"/>
    <dgm:cxn modelId="{952A795D-8B52-48C4-A1D0-6B9EE3B05500}" type="presParOf" srcId="{B347B4C8-E927-4EB6-BE67-8FEAA32A7000}" destId="{1797111E-991B-465B-8D68-CD95C4726979}" srcOrd="1" destOrd="0" presId="urn:microsoft.com/office/officeart/2005/8/layout/orgChart1"/>
    <dgm:cxn modelId="{541C7AB0-55E8-4D0E-8C4F-26B921DC6DC4}" type="presParOf" srcId="{1797111E-991B-465B-8D68-CD95C4726979}" destId="{29638A66-AD92-4762-A809-C4C08A8C4B57}" srcOrd="0" destOrd="0" presId="urn:microsoft.com/office/officeart/2005/8/layout/orgChart1"/>
    <dgm:cxn modelId="{618275A9-4E93-41A8-9B70-154501E6919D}" type="presParOf" srcId="{1797111E-991B-465B-8D68-CD95C4726979}" destId="{04E7DF22-40D5-494A-AD45-9E66FD6F9586}" srcOrd="1" destOrd="0" presId="urn:microsoft.com/office/officeart/2005/8/layout/orgChart1"/>
    <dgm:cxn modelId="{5C686155-CEBA-4BDF-9347-26DB537FAFA2}" type="presParOf" srcId="{04E7DF22-40D5-494A-AD45-9E66FD6F9586}" destId="{8C997DDE-D563-47B1-928A-8024DA24D0AA}" srcOrd="0" destOrd="0" presId="urn:microsoft.com/office/officeart/2005/8/layout/orgChart1"/>
    <dgm:cxn modelId="{7E396B38-A7FB-49F6-9E5C-1B1572516BFD}" type="presParOf" srcId="{8C997DDE-D563-47B1-928A-8024DA24D0AA}" destId="{ED7CDCB5-EF49-459E-B97C-BE1788824277}" srcOrd="0" destOrd="0" presId="urn:microsoft.com/office/officeart/2005/8/layout/orgChart1"/>
    <dgm:cxn modelId="{24AD5E49-1E3C-46F1-935E-4BC9AC59D928}" type="presParOf" srcId="{8C997DDE-D563-47B1-928A-8024DA24D0AA}" destId="{2C46A892-72F4-4984-AEC1-E13794EB2C05}" srcOrd="1" destOrd="0" presId="urn:microsoft.com/office/officeart/2005/8/layout/orgChart1"/>
    <dgm:cxn modelId="{BB84C6C7-7855-40C0-91BC-FFE2EED3D7CC}" type="presParOf" srcId="{04E7DF22-40D5-494A-AD45-9E66FD6F9586}" destId="{9603FECF-7556-48B1-8261-ACA84994B70D}" srcOrd="1" destOrd="0" presId="urn:microsoft.com/office/officeart/2005/8/layout/orgChart1"/>
    <dgm:cxn modelId="{805A295F-0E2D-49C5-B164-85F34CF36402}" type="presParOf" srcId="{04E7DF22-40D5-494A-AD45-9E66FD6F9586}" destId="{A7AD9593-C25D-46EB-8429-1AC50B7FC9EE}" srcOrd="2" destOrd="0" presId="urn:microsoft.com/office/officeart/2005/8/layout/orgChart1"/>
    <dgm:cxn modelId="{DEA1D0DE-5C69-4BC8-9A7D-824B785F9EE2}" type="presParOf" srcId="{1797111E-991B-465B-8D68-CD95C4726979}" destId="{DEFDED15-1DB4-4EBB-AA77-F1F23845D5F6}" srcOrd="2" destOrd="0" presId="urn:microsoft.com/office/officeart/2005/8/layout/orgChart1"/>
    <dgm:cxn modelId="{54EE97A0-7F4F-44A5-B1B8-E05259CBC951}" type="presParOf" srcId="{1797111E-991B-465B-8D68-CD95C4726979}" destId="{55C2BC37-31FC-460E-B31F-6AEF208B8E33}" srcOrd="3" destOrd="0" presId="urn:microsoft.com/office/officeart/2005/8/layout/orgChart1"/>
    <dgm:cxn modelId="{97370E05-E59B-49E7-BD32-D32777C5ACFF}" type="presParOf" srcId="{55C2BC37-31FC-460E-B31F-6AEF208B8E33}" destId="{02E0ECB6-0D43-42D6-92B5-F35B0DFA39A5}" srcOrd="0" destOrd="0" presId="urn:microsoft.com/office/officeart/2005/8/layout/orgChart1"/>
    <dgm:cxn modelId="{3CF121ED-4A94-4F93-9C5C-0CD9EF90A488}" type="presParOf" srcId="{02E0ECB6-0D43-42D6-92B5-F35B0DFA39A5}" destId="{DD1ED2B8-7635-42DA-8236-1638EEF04D2D}" srcOrd="0" destOrd="0" presId="urn:microsoft.com/office/officeart/2005/8/layout/orgChart1"/>
    <dgm:cxn modelId="{6AB66C7A-172E-4283-BF1B-A257CD720E20}" type="presParOf" srcId="{02E0ECB6-0D43-42D6-92B5-F35B0DFA39A5}" destId="{53997D45-903C-4F55-8BB6-CAFB3197FC6E}" srcOrd="1" destOrd="0" presId="urn:microsoft.com/office/officeart/2005/8/layout/orgChart1"/>
    <dgm:cxn modelId="{D45BB1BD-B1C8-4CD0-89A1-2EC5153D3DEF}" type="presParOf" srcId="{55C2BC37-31FC-460E-B31F-6AEF208B8E33}" destId="{8E2971A3-119E-4A85-9415-9C3D3809CBAA}" srcOrd="1" destOrd="0" presId="urn:microsoft.com/office/officeart/2005/8/layout/orgChart1"/>
    <dgm:cxn modelId="{35EEAF53-692D-4872-A9F7-DC77B2E1F1A0}" type="presParOf" srcId="{55C2BC37-31FC-460E-B31F-6AEF208B8E33}" destId="{3F6EAD24-9567-4A9B-A376-681743738B04}" srcOrd="2" destOrd="0" presId="urn:microsoft.com/office/officeart/2005/8/layout/orgChart1"/>
    <dgm:cxn modelId="{678D8924-7242-4BD1-AF01-4208994FCD04}" type="presParOf" srcId="{1797111E-991B-465B-8D68-CD95C4726979}" destId="{135ED658-9ACC-4476-A08F-5F917B3D8948}" srcOrd="4" destOrd="0" presId="urn:microsoft.com/office/officeart/2005/8/layout/orgChart1"/>
    <dgm:cxn modelId="{AF65E408-C6AA-4382-BEC7-0B4FDD0FFA29}" type="presParOf" srcId="{1797111E-991B-465B-8D68-CD95C4726979}" destId="{72FAA038-FBAB-4174-B779-7DC06E2257B2}" srcOrd="5" destOrd="0" presId="urn:microsoft.com/office/officeart/2005/8/layout/orgChart1"/>
    <dgm:cxn modelId="{DEDE110E-3638-4E3D-98AA-419E898FD17C}" type="presParOf" srcId="{72FAA038-FBAB-4174-B779-7DC06E2257B2}" destId="{C41C62F3-B870-4FD7-9616-0B130552A986}" srcOrd="0" destOrd="0" presId="urn:microsoft.com/office/officeart/2005/8/layout/orgChart1"/>
    <dgm:cxn modelId="{496800C0-EFC3-4B9E-A518-8D46F870279D}" type="presParOf" srcId="{C41C62F3-B870-4FD7-9616-0B130552A986}" destId="{8FED283A-0470-4384-95F4-54E721EFDDF1}" srcOrd="0" destOrd="0" presId="urn:microsoft.com/office/officeart/2005/8/layout/orgChart1"/>
    <dgm:cxn modelId="{E8BBF590-3B56-4835-AF4C-C7088C1157A7}" type="presParOf" srcId="{C41C62F3-B870-4FD7-9616-0B130552A986}" destId="{E33928C0-1550-437E-B358-A87D630DCC3B}" srcOrd="1" destOrd="0" presId="urn:microsoft.com/office/officeart/2005/8/layout/orgChart1"/>
    <dgm:cxn modelId="{B39C7B96-A7A2-43BB-800A-6F71B877E686}" type="presParOf" srcId="{72FAA038-FBAB-4174-B779-7DC06E2257B2}" destId="{FA851004-7254-45A2-A6E7-9BD9D53AD21F}" srcOrd="1" destOrd="0" presId="urn:microsoft.com/office/officeart/2005/8/layout/orgChart1"/>
    <dgm:cxn modelId="{8621AC49-F178-4C07-856D-317CA0993DE1}" type="presParOf" srcId="{72FAA038-FBAB-4174-B779-7DC06E2257B2}" destId="{E2F2948C-9A52-4167-B835-AA8E27054949}" srcOrd="2" destOrd="0" presId="urn:microsoft.com/office/officeart/2005/8/layout/orgChart1"/>
    <dgm:cxn modelId="{A2CB7C80-E681-4075-8A3B-665E2C80D42B}" type="presParOf" srcId="{B347B4C8-E927-4EB6-BE67-8FEAA32A7000}" destId="{4562E2A2-9F49-4EB3-A188-79FF3AD1D2AE}" srcOrd="2" destOrd="0" presId="urn:microsoft.com/office/officeart/2005/8/layout/orgChart1"/>
    <dgm:cxn modelId="{572F43EF-CD94-47A2-9361-F4AC933D9E37}" type="presParOf" srcId="{4C907B32-A2E0-4957-A421-A389E25A84A2}" destId="{6D6DCFB9-5750-4119-92CD-3199D8A9A330}" srcOrd="4" destOrd="0" presId="urn:microsoft.com/office/officeart/2005/8/layout/orgChart1"/>
    <dgm:cxn modelId="{B302D984-3FF0-4DED-B55D-3252D2B54F3B}" type="presParOf" srcId="{4C907B32-A2E0-4957-A421-A389E25A84A2}" destId="{9AF4AF25-725A-4E9C-82D1-34C9C5395541}" srcOrd="5" destOrd="0" presId="urn:microsoft.com/office/officeart/2005/8/layout/orgChart1"/>
    <dgm:cxn modelId="{93644966-44AE-4B85-8916-B6EE74C8C7F4}" type="presParOf" srcId="{9AF4AF25-725A-4E9C-82D1-34C9C5395541}" destId="{2BF13887-263E-4738-B755-1C885D6C19A5}" srcOrd="0" destOrd="0" presId="urn:microsoft.com/office/officeart/2005/8/layout/orgChart1"/>
    <dgm:cxn modelId="{C452712C-848B-4A12-98FC-424CDC5DF405}" type="presParOf" srcId="{2BF13887-263E-4738-B755-1C885D6C19A5}" destId="{D0222E0C-546C-4F66-A965-64881CE118CD}" srcOrd="0" destOrd="0" presId="urn:microsoft.com/office/officeart/2005/8/layout/orgChart1"/>
    <dgm:cxn modelId="{2290D0B2-BBAA-4511-B685-6BB4C9CCCA98}" type="presParOf" srcId="{2BF13887-263E-4738-B755-1C885D6C19A5}" destId="{25163FB7-AE36-48C2-84A7-DAF18B63657D}" srcOrd="1" destOrd="0" presId="urn:microsoft.com/office/officeart/2005/8/layout/orgChart1"/>
    <dgm:cxn modelId="{AF3B235A-7BC2-4B78-896A-A043591FB9F2}" type="presParOf" srcId="{9AF4AF25-725A-4E9C-82D1-34C9C5395541}" destId="{7DFC3A4E-44CE-488C-8E53-C544F19A2C0B}" srcOrd="1" destOrd="0" presId="urn:microsoft.com/office/officeart/2005/8/layout/orgChart1"/>
    <dgm:cxn modelId="{5376D595-81B7-4478-90BD-2BA9EC73E868}" type="presParOf" srcId="{7DFC3A4E-44CE-488C-8E53-C544F19A2C0B}" destId="{512960D0-3288-4A57-8F3D-941EF8F867C7}" srcOrd="0" destOrd="0" presId="urn:microsoft.com/office/officeart/2005/8/layout/orgChart1"/>
    <dgm:cxn modelId="{F3B50527-B5CF-4704-AFF3-961065CC9763}" type="presParOf" srcId="{7DFC3A4E-44CE-488C-8E53-C544F19A2C0B}" destId="{6E273B23-7105-4F9C-8088-9ADEB7185EB1}" srcOrd="1" destOrd="0" presId="urn:microsoft.com/office/officeart/2005/8/layout/orgChart1"/>
    <dgm:cxn modelId="{A35588E4-3972-4087-8495-685B0F0F3330}" type="presParOf" srcId="{6E273B23-7105-4F9C-8088-9ADEB7185EB1}" destId="{E061A4DA-44EB-4DC2-9A44-8E2C85376F73}" srcOrd="0" destOrd="0" presId="urn:microsoft.com/office/officeart/2005/8/layout/orgChart1"/>
    <dgm:cxn modelId="{6BB285AA-A5AC-4AE2-B70A-4E4BBD7DE580}" type="presParOf" srcId="{E061A4DA-44EB-4DC2-9A44-8E2C85376F73}" destId="{AB8B1375-1224-41BC-997E-39715E09122A}" srcOrd="0" destOrd="0" presId="urn:microsoft.com/office/officeart/2005/8/layout/orgChart1"/>
    <dgm:cxn modelId="{7582DDB6-EBEA-4BD5-A3D9-AA0BDA610E9E}" type="presParOf" srcId="{E061A4DA-44EB-4DC2-9A44-8E2C85376F73}" destId="{01223FA5-65FA-463E-9B7B-8D8F0536C9F5}" srcOrd="1" destOrd="0" presId="urn:microsoft.com/office/officeart/2005/8/layout/orgChart1"/>
    <dgm:cxn modelId="{4AFCCAEB-561D-406B-A195-3EA52889936D}" type="presParOf" srcId="{6E273B23-7105-4F9C-8088-9ADEB7185EB1}" destId="{5C1BA991-038A-495C-9779-F73FCE76D6E0}" srcOrd="1" destOrd="0" presId="urn:microsoft.com/office/officeart/2005/8/layout/orgChart1"/>
    <dgm:cxn modelId="{C21C3778-FFE6-4727-87FB-FBAA373F03F6}" type="presParOf" srcId="{6E273B23-7105-4F9C-8088-9ADEB7185EB1}" destId="{FF1E1D90-1BE1-4DE0-9278-AA4CFBB24955}" srcOrd="2" destOrd="0" presId="urn:microsoft.com/office/officeart/2005/8/layout/orgChart1"/>
    <dgm:cxn modelId="{468136C1-DF9F-4047-B3C0-7E80EAB8A997}" type="presParOf" srcId="{9AF4AF25-725A-4E9C-82D1-34C9C5395541}" destId="{7135020F-0DEB-4AB7-8183-CEFA21A00F25}" srcOrd="2" destOrd="0" presId="urn:microsoft.com/office/officeart/2005/8/layout/orgChart1"/>
    <dgm:cxn modelId="{B01E6137-DF74-42DE-AC32-69925AEFC4BF}" type="presParOf" srcId="{1D15A964-903C-49A9-BEC1-E2E3BD8B8BA9}" destId="{EE1E2628-D995-4BE3-BCD0-3F3F8D12DBF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8D586A-C6FF-449F-A48B-9596B576A01D}" type="doc">
      <dgm:prSet loTypeId="urn:microsoft.com/office/officeart/2005/8/layout/orgChart1" loCatId="hierarchy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s-MX"/>
        </a:p>
      </dgm:t>
    </dgm:pt>
    <dgm:pt modelId="{B799FEB8-7A72-4D61-BE87-67F56E212D2C}">
      <dgm:prSet phldrT="[Texto]"/>
      <dgm:spPr/>
      <dgm:t>
        <a:bodyPr/>
        <a:lstStyle/>
        <a:p>
          <a:r>
            <a:rPr lang="es-MX" dirty="0"/>
            <a:t>Gerencia de Control de Calidad</a:t>
          </a:r>
        </a:p>
      </dgm:t>
    </dgm:pt>
    <dgm:pt modelId="{31844BFD-74DF-49CF-874C-005BC597D856}" type="parTrans" cxnId="{0745FB76-ACBB-43BF-AB35-51B44217EAAD}">
      <dgm:prSet/>
      <dgm:spPr/>
      <dgm:t>
        <a:bodyPr/>
        <a:lstStyle/>
        <a:p>
          <a:endParaRPr lang="es-MX"/>
        </a:p>
      </dgm:t>
    </dgm:pt>
    <dgm:pt modelId="{50AC09E4-20C2-493C-B7E0-F57ED5CFD977}" type="sibTrans" cxnId="{0745FB76-ACBB-43BF-AB35-51B44217EAAD}">
      <dgm:prSet/>
      <dgm:spPr/>
      <dgm:t>
        <a:bodyPr/>
        <a:lstStyle/>
        <a:p>
          <a:endParaRPr lang="es-MX"/>
        </a:p>
      </dgm:t>
    </dgm:pt>
    <dgm:pt modelId="{D57165C1-7C3E-46CB-8680-43A938324689}">
      <dgm:prSet phldrT="[Texto]"/>
      <dgm:spPr/>
      <dgm:t>
        <a:bodyPr/>
        <a:lstStyle/>
        <a:p>
          <a:r>
            <a:rPr lang="es-MX" dirty="0"/>
            <a:t>Analista de Control de Calidad</a:t>
          </a:r>
        </a:p>
      </dgm:t>
    </dgm:pt>
    <dgm:pt modelId="{F2A3ABE4-868D-4D12-97E6-9DC2B4DBB728}" type="parTrans" cxnId="{33A9EDDA-9B55-45B9-9F00-AE9570229AFF}">
      <dgm:prSet/>
      <dgm:spPr/>
      <dgm:t>
        <a:bodyPr/>
        <a:lstStyle/>
        <a:p>
          <a:endParaRPr lang="es-MX"/>
        </a:p>
      </dgm:t>
    </dgm:pt>
    <dgm:pt modelId="{DAD93DF0-8A5F-49A0-9802-4A3DEF8B78C9}" type="sibTrans" cxnId="{33A9EDDA-9B55-45B9-9F00-AE9570229AFF}">
      <dgm:prSet/>
      <dgm:spPr/>
      <dgm:t>
        <a:bodyPr/>
        <a:lstStyle/>
        <a:p>
          <a:endParaRPr lang="es-MX"/>
        </a:p>
      </dgm:t>
    </dgm:pt>
    <dgm:pt modelId="{A3B423DF-EF80-4E38-BC1F-B170A333F7B5}" type="asst">
      <dgm:prSet phldrT="[Texto]"/>
      <dgm:spPr/>
      <dgm:t>
        <a:bodyPr/>
        <a:lstStyle/>
        <a:p>
          <a:r>
            <a:rPr lang="es-MX" dirty="0"/>
            <a:t>Asistente de Analista de Control de Calidad</a:t>
          </a:r>
        </a:p>
      </dgm:t>
    </dgm:pt>
    <dgm:pt modelId="{FFCF13DC-D4FA-442B-A9FD-9AE0052A9755}" type="parTrans" cxnId="{058BBB3B-B411-4AD3-83CB-9DF806B7BACE}">
      <dgm:prSet/>
      <dgm:spPr/>
      <dgm:t>
        <a:bodyPr/>
        <a:lstStyle/>
        <a:p>
          <a:endParaRPr lang="es-MX"/>
        </a:p>
      </dgm:t>
    </dgm:pt>
    <dgm:pt modelId="{B758E56A-51F1-440B-B999-4042F0F18B14}" type="sibTrans" cxnId="{058BBB3B-B411-4AD3-83CB-9DF806B7BACE}">
      <dgm:prSet/>
      <dgm:spPr/>
      <dgm:t>
        <a:bodyPr/>
        <a:lstStyle/>
        <a:p>
          <a:endParaRPr lang="es-MX"/>
        </a:p>
      </dgm:t>
    </dgm:pt>
    <dgm:pt modelId="{44881201-FD7E-45D2-A3BD-168351869E1F}" type="pres">
      <dgm:prSet presAssocID="{E08D586A-C6FF-449F-A48B-9596B576A01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A6C8DEF-6F54-4D14-87A1-8A239AB73331}" type="pres">
      <dgm:prSet presAssocID="{B799FEB8-7A72-4D61-BE87-67F56E212D2C}" presName="hierRoot1" presStyleCnt="0">
        <dgm:presLayoutVars>
          <dgm:hierBranch val="init"/>
        </dgm:presLayoutVars>
      </dgm:prSet>
      <dgm:spPr/>
    </dgm:pt>
    <dgm:pt modelId="{63A9BF1F-DB2E-4B02-AF8D-42815A057589}" type="pres">
      <dgm:prSet presAssocID="{B799FEB8-7A72-4D61-BE87-67F56E212D2C}" presName="rootComposite1" presStyleCnt="0"/>
      <dgm:spPr/>
    </dgm:pt>
    <dgm:pt modelId="{E14C801F-8560-4A83-83FF-FA465630D352}" type="pres">
      <dgm:prSet presAssocID="{B799FEB8-7A72-4D61-BE87-67F56E212D2C}" presName="rootText1" presStyleLbl="node0" presStyleIdx="0" presStyleCnt="1">
        <dgm:presLayoutVars>
          <dgm:chPref val="3"/>
        </dgm:presLayoutVars>
      </dgm:prSet>
      <dgm:spPr/>
    </dgm:pt>
    <dgm:pt modelId="{A68F1125-F307-4038-81B5-32D9ADC54EE2}" type="pres">
      <dgm:prSet presAssocID="{B799FEB8-7A72-4D61-BE87-67F56E212D2C}" presName="rootConnector1" presStyleLbl="node1" presStyleIdx="0" presStyleCnt="0"/>
      <dgm:spPr/>
    </dgm:pt>
    <dgm:pt modelId="{9492B1C7-88CA-4C63-A2C6-B2FF25C50C01}" type="pres">
      <dgm:prSet presAssocID="{B799FEB8-7A72-4D61-BE87-67F56E212D2C}" presName="hierChild2" presStyleCnt="0"/>
      <dgm:spPr/>
    </dgm:pt>
    <dgm:pt modelId="{5857BA8E-EC5F-4501-B83B-43CEDD1BF208}" type="pres">
      <dgm:prSet presAssocID="{F2A3ABE4-868D-4D12-97E6-9DC2B4DBB728}" presName="Name37" presStyleLbl="parChTrans1D2" presStyleIdx="0" presStyleCnt="2"/>
      <dgm:spPr/>
    </dgm:pt>
    <dgm:pt modelId="{2EBAF6C2-C524-4CC5-A71E-22FC3C6BE534}" type="pres">
      <dgm:prSet presAssocID="{D57165C1-7C3E-46CB-8680-43A938324689}" presName="hierRoot2" presStyleCnt="0">
        <dgm:presLayoutVars>
          <dgm:hierBranch val="init"/>
        </dgm:presLayoutVars>
      </dgm:prSet>
      <dgm:spPr/>
    </dgm:pt>
    <dgm:pt modelId="{6143AD13-8C70-4F75-9D15-0294A84004AB}" type="pres">
      <dgm:prSet presAssocID="{D57165C1-7C3E-46CB-8680-43A938324689}" presName="rootComposite" presStyleCnt="0"/>
      <dgm:spPr/>
    </dgm:pt>
    <dgm:pt modelId="{4C00DCFB-0D68-4F12-A5EF-5F1BEC22BB8F}" type="pres">
      <dgm:prSet presAssocID="{D57165C1-7C3E-46CB-8680-43A938324689}" presName="rootText" presStyleLbl="node2" presStyleIdx="0" presStyleCnt="1">
        <dgm:presLayoutVars>
          <dgm:chPref val="3"/>
        </dgm:presLayoutVars>
      </dgm:prSet>
      <dgm:spPr/>
    </dgm:pt>
    <dgm:pt modelId="{935E03E6-2206-4238-9346-81525CB4E99D}" type="pres">
      <dgm:prSet presAssocID="{D57165C1-7C3E-46CB-8680-43A938324689}" presName="rootConnector" presStyleLbl="node2" presStyleIdx="0" presStyleCnt="1"/>
      <dgm:spPr/>
    </dgm:pt>
    <dgm:pt modelId="{BE09C82D-D844-4C75-9A5B-C97B2FFD7415}" type="pres">
      <dgm:prSet presAssocID="{D57165C1-7C3E-46CB-8680-43A938324689}" presName="hierChild4" presStyleCnt="0"/>
      <dgm:spPr/>
    </dgm:pt>
    <dgm:pt modelId="{EEF35984-4F8D-4000-B1EF-756655BA3911}" type="pres">
      <dgm:prSet presAssocID="{D57165C1-7C3E-46CB-8680-43A938324689}" presName="hierChild5" presStyleCnt="0"/>
      <dgm:spPr/>
    </dgm:pt>
    <dgm:pt modelId="{BD573E9C-8C33-4436-8168-A950952818EB}" type="pres">
      <dgm:prSet presAssocID="{B799FEB8-7A72-4D61-BE87-67F56E212D2C}" presName="hierChild3" presStyleCnt="0"/>
      <dgm:spPr/>
    </dgm:pt>
    <dgm:pt modelId="{1998D541-A523-47F1-B301-DEF766E680AE}" type="pres">
      <dgm:prSet presAssocID="{FFCF13DC-D4FA-442B-A9FD-9AE0052A9755}" presName="Name111" presStyleLbl="parChTrans1D2" presStyleIdx="1" presStyleCnt="2"/>
      <dgm:spPr/>
    </dgm:pt>
    <dgm:pt modelId="{3CE9FB3E-B27F-4005-8CEA-A5A1223FD31A}" type="pres">
      <dgm:prSet presAssocID="{A3B423DF-EF80-4E38-BC1F-B170A333F7B5}" presName="hierRoot3" presStyleCnt="0">
        <dgm:presLayoutVars>
          <dgm:hierBranch val="init"/>
        </dgm:presLayoutVars>
      </dgm:prSet>
      <dgm:spPr/>
    </dgm:pt>
    <dgm:pt modelId="{057A392C-07BF-4FE0-BA13-FFE41D28EC19}" type="pres">
      <dgm:prSet presAssocID="{A3B423DF-EF80-4E38-BC1F-B170A333F7B5}" presName="rootComposite3" presStyleCnt="0"/>
      <dgm:spPr/>
    </dgm:pt>
    <dgm:pt modelId="{9E932DCE-ECD0-4B3A-A8AC-675CF372FF4E}" type="pres">
      <dgm:prSet presAssocID="{A3B423DF-EF80-4E38-BC1F-B170A333F7B5}" presName="rootText3" presStyleLbl="asst1" presStyleIdx="0" presStyleCnt="1">
        <dgm:presLayoutVars>
          <dgm:chPref val="3"/>
        </dgm:presLayoutVars>
      </dgm:prSet>
      <dgm:spPr/>
    </dgm:pt>
    <dgm:pt modelId="{6A91C474-C6A9-4734-AF02-F829D52AE4F1}" type="pres">
      <dgm:prSet presAssocID="{A3B423DF-EF80-4E38-BC1F-B170A333F7B5}" presName="rootConnector3" presStyleLbl="asst1" presStyleIdx="0" presStyleCnt="1"/>
      <dgm:spPr/>
    </dgm:pt>
    <dgm:pt modelId="{EBA8A355-32A1-4A13-9A1C-14C54470D3DD}" type="pres">
      <dgm:prSet presAssocID="{A3B423DF-EF80-4E38-BC1F-B170A333F7B5}" presName="hierChild6" presStyleCnt="0"/>
      <dgm:spPr/>
    </dgm:pt>
    <dgm:pt modelId="{D1E05BDE-7D43-4393-B24D-FA71A3CB702A}" type="pres">
      <dgm:prSet presAssocID="{A3B423DF-EF80-4E38-BC1F-B170A333F7B5}" presName="hierChild7" presStyleCnt="0"/>
      <dgm:spPr/>
    </dgm:pt>
  </dgm:ptLst>
  <dgm:cxnLst>
    <dgm:cxn modelId="{82B55808-C024-4A00-9433-067F7FAC12FF}" type="presOf" srcId="{B799FEB8-7A72-4D61-BE87-67F56E212D2C}" destId="{A68F1125-F307-4038-81B5-32D9ADC54EE2}" srcOrd="1" destOrd="0" presId="urn:microsoft.com/office/officeart/2005/8/layout/orgChart1"/>
    <dgm:cxn modelId="{93BDC713-79A0-4CDE-A9B7-A45D46CF9753}" type="presOf" srcId="{A3B423DF-EF80-4E38-BC1F-B170A333F7B5}" destId="{9E932DCE-ECD0-4B3A-A8AC-675CF372FF4E}" srcOrd="0" destOrd="0" presId="urn:microsoft.com/office/officeart/2005/8/layout/orgChart1"/>
    <dgm:cxn modelId="{7221C218-FEE4-4F10-B2D5-58EDEF1A2EBE}" type="presOf" srcId="{F2A3ABE4-868D-4D12-97E6-9DC2B4DBB728}" destId="{5857BA8E-EC5F-4501-B83B-43CEDD1BF208}" srcOrd="0" destOrd="0" presId="urn:microsoft.com/office/officeart/2005/8/layout/orgChart1"/>
    <dgm:cxn modelId="{058BBB3B-B411-4AD3-83CB-9DF806B7BACE}" srcId="{B799FEB8-7A72-4D61-BE87-67F56E212D2C}" destId="{A3B423DF-EF80-4E38-BC1F-B170A333F7B5}" srcOrd="0" destOrd="0" parTransId="{FFCF13DC-D4FA-442B-A9FD-9AE0052A9755}" sibTransId="{B758E56A-51F1-440B-B999-4042F0F18B14}"/>
    <dgm:cxn modelId="{A84C5B5F-FDA6-4D36-BECC-ED98849584C7}" type="presOf" srcId="{B799FEB8-7A72-4D61-BE87-67F56E212D2C}" destId="{E14C801F-8560-4A83-83FF-FA465630D352}" srcOrd="0" destOrd="0" presId="urn:microsoft.com/office/officeart/2005/8/layout/orgChart1"/>
    <dgm:cxn modelId="{11AB814C-8FAB-45B1-AF41-5E8D9D154B25}" type="presOf" srcId="{A3B423DF-EF80-4E38-BC1F-B170A333F7B5}" destId="{6A91C474-C6A9-4734-AF02-F829D52AE4F1}" srcOrd="1" destOrd="0" presId="urn:microsoft.com/office/officeart/2005/8/layout/orgChart1"/>
    <dgm:cxn modelId="{0745FB76-ACBB-43BF-AB35-51B44217EAAD}" srcId="{E08D586A-C6FF-449F-A48B-9596B576A01D}" destId="{B799FEB8-7A72-4D61-BE87-67F56E212D2C}" srcOrd="0" destOrd="0" parTransId="{31844BFD-74DF-49CF-874C-005BC597D856}" sibTransId="{50AC09E4-20C2-493C-B7E0-F57ED5CFD977}"/>
    <dgm:cxn modelId="{8DEBDD86-A9CB-4C36-B760-8CA2199D847A}" type="presOf" srcId="{FFCF13DC-D4FA-442B-A9FD-9AE0052A9755}" destId="{1998D541-A523-47F1-B301-DEF766E680AE}" srcOrd="0" destOrd="0" presId="urn:microsoft.com/office/officeart/2005/8/layout/orgChart1"/>
    <dgm:cxn modelId="{B5BA5DA6-77F6-4944-9C87-39EE5F7D841D}" type="presOf" srcId="{E08D586A-C6FF-449F-A48B-9596B576A01D}" destId="{44881201-FD7E-45D2-A3BD-168351869E1F}" srcOrd="0" destOrd="0" presId="urn:microsoft.com/office/officeart/2005/8/layout/orgChart1"/>
    <dgm:cxn modelId="{35BC36B7-81F8-4951-AAB4-703683DAEEA6}" type="presOf" srcId="{D57165C1-7C3E-46CB-8680-43A938324689}" destId="{935E03E6-2206-4238-9346-81525CB4E99D}" srcOrd="1" destOrd="0" presId="urn:microsoft.com/office/officeart/2005/8/layout/orgChart1"/>
    <dgm:cxn modelId="{33A9EDDA-9B55-45B9-9F00-AE9570229AFF}" srcId="{B799FEB8-7A72-4D61-BE87-67F56E212D2C}" destId="{D57165C1-7C3E-46CB-8680-43A938324689}" srcOrd="1" destOrd="0" parTransId="{F2A3ABE4-868D-4D12-97E6-9DC2B4DBB728}" sibTransId="{DAD93DF0-8A5F-49A0-9802-4A3DEF8B78C9}"/>
    <dgm:cxn modelId="{46DEB1DC-D7DC-4135-9015-8A33AE902B92}" type="presOf" srcId="{D57165C1-7C3E-46CB-8680-43A938324689}" destId="{4C00DCFB-0D68-4F12-A5EF-5F1BEC22BB8F}" srcOrd="0" destOrd="0" presId="urn:microsoft.com/office/officeart/2005/8/layout/orgChart1"/>
    <dgm:cxn modelId="{CED4C91B-7DC2-4CE4-878E-E9A252739B3A}" type="presParOf" srcId="{44881201-FD7E-45D2-A3BD-168351869E1F}" destId="{8A6C8DEF-6F54-4D14-87A1-8A239AB73331}" srcOrd="0" destOrd="0" presId="urn:microsoft.com/office/officeart/2005/8/layout/orgChart1"/>
    <dgm:cxn modelId="{CF985A21-003A-478E-95C8-402E3668E7EA}" type="presParOf" srcId="{8A6C8DEF-6F54-4D14-87A1-8A239AB73331}" destId="{63A9BF1F-DB2E-4B02-AF8D-42815A057589}" srcOrd="0" destOrd="0" presId="urn:microsoft.com/office/officeart/2005/8/layout/orgChart1"/>
    <dgm:cxn modelId="{5575715B-3382-4249-AD05-F44819F1FA37}" type="presParOf" srcId="{63A9BF1F-DB2E-4B02-AF8D-42815A057589}" destId="{E14C801F-8560-4A83-83FF-FA465630D352}" srcOrd="0" destOrd="0" presId="urn:microsoft.com/office/officeart/2005/8/layout/orgChart1"/>
    <dgm:cxn modelId="{86597F85-5CF4-4EA7-A102-2237679EAA21}" type="presParOf" srcId="{63A9BF1F-DB2E-4B02-AF8D-42815A057589}" destId="{A68F1125-F307-4038-81B5-32D9ADC54EE2}" srcOrd="1" destOrd="0" presId="urn:microsoft.com/office/officeart/2005/8/layout/orgChart1"/>
    <dgm:cxn modelId="{9F48527F-4869-4BBE-A7AC-D52674033080}" type="presParOf" srcId="{8A6C8DEF-6F54-4D14-87A1-8A239AB73331}" destId="{9492B1C7-88CA-4C63-A2C6-B2FF25C50C01}" srcOrd="1" destOrd="0" presId="urn:microsoft.com/office/officeart/2005/8/layout/orgChart1"/>
    <dgm:cxn modelId="{41CEFDC3-5AE8-41C4-9755-77CE8191CB3F}" type="presParOf" srcId="{9492B1C7-88CA-4C63-A2C6-B2FF25C50C01}" destId="{5857BA8E-EC5F-4501-B83B-43CEDD1BF208}" srcOrd="0" destOrd="0" presId="urn:microsoft.com/office/officeart/2005/8/layout/orgChart1"/>
    <dgm:cxn modelId="{BA167688-AD02-4DA8-A54E-2D376A5B19F2}" type="presParOf" srcId="{9492B1C7-88CA-4C63-A2C6-B2FF25C50C01}" destId="{2EBAF6C2-C524-4CC5-A71E-22FC3C6BE534}" srcOrd="1" destOrd="0" presId="urn:microsoft.com/office/officeart/2005/8/layout/orgChart1"/>
    <dgm:cxn modelId="{677D817E-BB1C-4BB8-ACC1-3D932EA7EDE2}" type="presParOf" srcId="{2EBAF6C2-C524-4CC5-A71E-22FC3C6BE534}" destId="{6143AD13-8C70-4F75-9D15-0294A84004AB}" srcOrd="0" destOrd="0" presId="urn:microsoft.com/office/officeart/2005/8/layout/orgChart1"/>
    <dgm:cxn modelId="{82E9D7B2-F3E5-4004-9C29-14EFD15DCDE2}" type="presParOf" srcId="{6143AD13-8C70-4F75-9D15-0294A84004AB}" destId="{4C00DCFB-0D68-4F12-A5EF-5F1BEC22BB8F}" srcOrd="0" destOrd="0" presId="urn:microsoft.com/office/officeart/2005/8/layout/orgChart1"/>
    <dgm:cxn modelId="{221C4F1C-7633-4230-B3BA-B9CD7B6CB85F}" type="presParOf" srcId="{6143AD13-8C70-4F75-9D15-0294A84004AB}" destId="{935E03E6-2206-4238-9346-81525CB4E99D}" srcOrd="1" destOrd="0" presId="urn:microsoft.com/office/officeart/2005/8/layout/orgChart1"/>
    <dgm:cxn modelId="{7CFDCB7D-7F4E-46A3-82DB-AA95537BB926}" type="presParOf" srcId="{2EBAF6C2-C524-4CC5-A71E-22FC3C6BE534}" destId="{BE09C82D-D844-4C75-9A5B-C97B2FFD7415}" srcOrd="1" destOrd="0" presId="urn:microsoft.com/office/officeart/2005/8/layout/orgChart1"/>
    <dgm:cxn modelId="{03E4A56D-6DF8-4323-A5DA-DEB4853258F5}" type="presParOf" srcId="{2EBAF6C2-C524-4CC5-A71E-22FC3C6BE534}" destId="{EEF35984-4F8D-4000-B1EF-756655BA3911}" srcOrd="2" destOrd="0" presId="urn:microsoft.com/office/officeart/2005/8/layout/orgChart1"/>
    <dgm:cxn modelId="{0864F892-0103-4BE0-B7EC-55CFD7EDF927}" type="presParOf" srcId="{8A6C8DEF-6F54-4D14-87A1-8A239AB73331}" destId="{BD573E9C-8C33-4436-8168-A950952818EB}" srcOrd="2" destOrd="0" presId="urn:microsoft.com/office/officeart/2005/8/layout/orgChart1"/>
    <dgm:cxn modelId="{98BC19D3-32F0-47B8-BDF6-6D603320F7F6}" type="presParOf" srcId="{BD573E9C-8C33-4436-8168-A950952818EB}" destId="{1998D541-A523-47F1-B301-DEF766E680AE}" srcOrd="0" destOrd="0" presId="urn:microsoft.com/office/officeart/2005/8/layout/orgChart1"/>
    <dgm:cxn modelId="{1EB3434A-A9C6-4DE5-93B6-726367C1B9D5}" type="presParOf" srcId="{BD573E9C-8C33-4436-8168-A950952818EB}" destId="{3CE9FB3E-B27F-4005-8CEA-A5A1223FD31A}" srcOrd="1" destOrd="0" presId="urn:microsoft.com/office/officeart/2005/8/layout/orgChart1"/>
    <dgm:cxn modelId="{32C39D1B-62FC-4E2F-8210-3F2296B0EA5A}" type="presParOf" srcId="{3CE9FB3E-B27F-4005-8CEA-A5A1223FD31A}" destId="{057A392C-07BF-4FE0-BA13-FFE41D28EC19}" srcOrd="0" destOrd="0" presId="urn:microsoft.com/office/officeart/2005/8/layout/orgChart1"/>
    <dgm:cxn modelId="{E3B3FD1E-A48B-418A-94B4-5E56E7BFE0E7}" type="presParOf" srcId="{057A392C-07BF-4FE0-BA13-FFE41D28EC19}" destId="{9E932DCE-ECD0-4B3A-A8AC-675CF372FF4E}" srcOrd="0" destOrd="0" presId="urn:microsoft.com/office/officeart/2005/8/layout/orgChart1"/>
    <dgm:cxn modelId="{AE42417F-2BD5-4673-B744-44876EABB2DA}" type="presParOf" srcId="{057A392C-07BF-4FE0-BA13-FFE41D28EC19}" destId="{6A91C474-C6A9-4734-AF02-F829D52AE4F1}" srcOrd="1" destOrd="0" presId="urn:microsoft.com/office/officeart/2005/8/layout/orgChart1"/>
    <dgm:cxn modelId="{4BAE1F23-85DA-4F85-BFB0-CA301A10BA0C}" type="presParOf" srcId="{3CE9FB3E-B27F-4005-8CEA-A5A1223FD31A}" destId="{EBA8A355-32A1-4A13-9A1C-14C54470D3DD}" srcOrd="1" destOrd="0" presId="urn:microsoft.com/office/officeart/2005/8/layout/orgChart1"/>
    <dgm:cxn modelId="{E680786A-438C-49DD-BFA6-2470BD57003F}" type="presParOf" srcId="{3CE9FB3E-B27F-4005-8CEA-A5A1223FD31A}" destId="{D1E05BDE-7D43-4393-B24D-FA71A3CB702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D6EC10-43FD-4C56-B195-FDA74E60FAB2}" type="doc">
      <dgm:prSet loTypeId="urn:microsoft.com/office/officeart/2005/8/layout/orgChart1" loCatId="hierarchy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s-MX"/>
        </a:p>
      </dgm:t>
    </dgm:pt>
    <dgm:pt modelId="{1D4705BD-0E1A-48A3-8BD0-8C7B448CF2C0}">
      <dgm:prSet phldrT="[Texto]"/>
      <dgm:spPr/>
      <dgm:t>
        <a:bodyPr/>
        <a:lstStyle/>
        <a:p>
          <a:r>
            <a:rPr lang="es-MX" dirty="0"/>
            <a:t>Gerente de Administración y Finanzas</a:t>
          </a:r>
        </a:p>
      </dgm:t>
    </dgm:pt>
    <dgm:pt modelId="{7C579DF9-1754-4DB2-B87A-8B2777218FB5}" type="parTrans" cxnId="{8EB3B8F9-1DFD-40B5-9121-75915638B28B}">
      <dgm:prSet/>
      <dgm:spPr/>
      <dgm:t>
        <a:bodyPr/>
        <a:lstStyle/>
        <a:p>
          <a:endParaRPr lang="es-MX"/>
        </a:p>
      </dgm:t>
    </dgm:pt>
    <dgm:pt modelId="{AED01564-6777-4C62-B645-B8C14921DB5C}" type="sibTrans" cxnId="{8EB3B8F9-1DFD-40B5-9121-75915638B28B}">
      <dgm:prSet/>
      <dgm:spPr/>
      <dgm:t>
        <a:bodyPr/>
        <a:lstStyle/>
        <a:p>
          <a:endParaRPr lang="es-MX"/>
        </a:p>
      </dgm:t>
    </dgm:pt>
    <dgm:pt modelId="{2BE4B3A0-627C-4459-B400-B3330C66B49D}" type="asst">
      <dgm:prSet phldrT="[Texto]"/>
      <dgm:spPr/>
      <dgm:t>
        <a:bodyPr/>
        <a:lstStyle/>
        <a:p>
          <a:r>
            <a:rPr lang="es-MX" dirty="0"/>
            <a:t>Jefe de Auditoría Interna de </a:t>
          </a:r>
          <a:r>
            <a:rPr lang="es-MX" dirty="0" err="1"/>
            <a:t>CxC</a:t>
          </a:r>
          <a:endParaRPr lang="es-MX" dirty="0"/>
        </a:p>
      </dgm:t>
    </dgm:pt>
    <dgm:pt modelId="{23E34A5F-BCBF-4981-8F78-570048B5D44A}" type="parTrans" cxnId="{55525E20-D6EC-469F-BB18-004F329AACDA}">
      <dgm:prSet/>
      <dgm:spPr/>
      <dgm:t>
        <a:bodyPr/>
        <a:lstStyle/>
        <a:p>
          <a:endParaRPr lang="es-MX"/>
        </a:p>
      </dgm:t>
    </dgm:pt>
    <dgm:pt modelId="{A7C4B43E-1C6A-46C2-9DD0-CAF58E7B3E58}" type="sibTrans" cxnId="{55525E20-D6EC-469F-BB18-004F329AACDA}">
      <dgm:prSet/>
      <dgm:spPr/>
      <dgm:t>
        <a:bodyPr/>
        <a:lstStyle/>
        <a:p>
          <a:endParaRPr lang="es-MX"/>
        </a:p>
      </dgm:t>
    </dgm:pt>
    <dgm:pt modelId="{F540D840-2A2B-4569-853A-5676436AF7B1}">
      <dgm:prSet phldrT="[Texto]"/>
      <dgm:spPr/>
      <dgm:t>
        <a:bodyPr/>
        <a:lstStyle/>
        <a:p>
          <a:r>
            <a:rPr lang="es-MX" dirty="0"/>
            <a:t>Jefe de Egresos</a:t>
          </a:r>
        </a:p>
      </dgm:t>
    </dgm:pt>
    <dgm:pt modelId="{C5BE9AFF-3A10-4005-89A5-3595BF9887F1}" type="parTrans" cxnId="{457B6323-3FD2-4C2C-8722-AA528A59C256}">
      <dgm:prSet/>
      <dgm:spPr/>
      <dgm:t>
        <a:bodyPr/>
        <a:lstStyle/>
        <a:p>
          <a:endParaRPr lang="es-MX"/>
        </a:p>
      </dgm:t>
    </dgm:pt>
    <dgm:pt modelId="{C9F2D0C3-AC8A-4A73-AA67-E47D27ED176B}" type="sibTrans" cxnId="{457B6323-3FD2-4C2C-8722-AA528A59C256}">
      <dgm:prSet/>
      <dgm:spPr/>
      <dgm:t>
        <a:bodyPr/>
        <a:lstStyle/>
        <a:p>
          <a:endParaRPr lang="es-MX"/>
        </a:p>
      </dgm:t>
    </dgm:pt>
    <dgm:pt modelId="{77572BEA-A11F-44DE-A343-D57CB6F34F37}">
      <dgm:prSet phldrT="[Texto]"/>
      <dgm:spPr/>
      <dgm:t>
        <a:bodyPr/>
        <a:lstStyle/>
        <a:p>
          <a:r>
            <a:rPr lang="es-MX" dirty="0"/>
            <a:t>Jefe de Ingresos</a:t>
          </a:r>
        </a:p>
      </dgm:t>
    </dgm:pt>
    <dgm:pt modelId="{5E0D33A9-52E4-4D1C-B6AA-506DDB476A8F}" type="parTrans" cxnId="{4DAA6868-0386-4920-B4E2-7C7BC63B0620}">
      <dgm:prSet/>
      <dgm:spPr/>
      <dgm:t>
        <a:bodyPr/>
        <a:lstStyle/>
        <a:p>
          <a:endParaRPr lang="es-MX"/>
        </a:p>
      </dgm:t>
    </dgm:pt>
    <dgm:pt modelId="{92DC95B3-FB28-4D78-98D6-C20CA34D689F}" type="sibTrans" cxnId="{4DAA6868-0386-4920-B4E2-7C7BC63B0620}">
      <dgm:prSet/>
      <dgm:spPr/>
      <dgm:t>
        <a:bodyPr/>
        <a:lstStyle/>
        <a:p>
          <a:endParaRPr lang="es-MX"/>
        </a:p>
      </dgm:t>
    </dgm:pt>
    <dgm:pt modelId="{8AE7B7A6-1A66-4A1B-863B-50450FF86786}">
      <dgm:prSet phldrT="[Texto]"/>
      <dgm:spPr/>
      <dgm:t>
        <a:bodyPr/>
        <a:lstStyle/>
        <a:p>
          <a:r>
            <a:rPr lang="es-MX" dirty="0"/>
            <a:t>Jefe de Contabilidad</a:t>
          </a:r>
        </a:p>
      </dgm:t>
    </dgm:pt>
    <dgm:pt modelId="{29004C07-772C-4A82-9F41-7EAFC19AB32E}" type="parTrans" cxnId="{26A47A23-2E95-42A0-96F9-F4B99F333B25}">
      <dgm:prSet/>
      <dgm:spPr/>
      <dgm:t>
        <a:bodyPr/>
        <a:lstStyle/>
        <a:p>
          <a:endParaRPr lang="es-MX"/>
        </a:p>
      </dgm:t>
    </dgm:pt>
    <dgm:pt modelId="{5B7AE06A-8CA4-4AD0-87D6-0302C8A9B4DB}" type="sibTrans" cxnId="{26A47A23-2E95-42A0-96F9-F4B99F333B25}">
      <dgm:prSet/>
      <dgm:spPr/>
      <dgm:t>
        <a:bodyPr/>
        <a:lstStyle/>
        <a:p>
          <a:endParaRPr lang="es-MX"/>
        </a:p>
      </dgm:t>
    </dgm:pt>
    <dgm:pt modelId="{641A9C20-A9BA-43FC-B2C0-1113D9C670C5}">
      <dgm:prSet phldrT="[Texto]"/>
      <dgm:spPr/>
      <dgm:t>
        <a:bodyPr/>
        <a:lstStyle/>
        <a:p>
          <a:r>
            <a:rPr lang="es-MX" dirty="0"/>
            <a:t>Jefe de Impuestos</a:t>
          </a:r>
        </a:p>
      </dgm:t>
    </dgm:pt>
    <dgm:pt modelId="{A770187A-8ADB-4FC2-B6F3-CFF6E0253B53}" type="parTrans" cxnId="{FC7DFBD9-7E06-46C5-9C0D-2451AD9AC719}">
      <dgm:prSet/>
      <dgm:spPr/>
      <dgm:t>
        <a:bodyPr/>
        <a:lstStyle/>
        <a:p>
          <a:endParaRPr lang="es-MX"/>
        </a:p>
      </dgm:t>
    </dgm:pt>
    <dgm:pt modelId="{F6CEF810-2219-4BA8-9BFE-90ABB16F34DB}" type="sibTrans" cxnId="{FC7DFBD9-7E06-46C5-9C0D-2451AD9AC719}">
      <dgm:prSet/>
      <dgm:spPr/>
      <dgm:t>
        <a:bodyPr/>
        <a:lstStyle/>
        <a:p>
          <a:endParaRPr lang="es-MX"/>
        </a:p>
      </dgm:t>
    </dgm:pt>
    <dgm:pt modelId="{C07C6904-47C5-4D9A-82E6-263157F740D5}">
      <dgm:prSet phldrT="[Texto]"/>
      <dgm:spPr/>
      <dgm:t>
        <a:bodyPr/>
        <a:lstStyle/>
        <a:p>
          <a:r>
            <a:rPr lang="es-MX" dirty="0"/>
            <a:t>Jefe de Tesorería</a:t>
          </a:r>
        </a:p>
      </dgm:t>
    </dgm:pt>
    <dgm:pt modelId="{5EAF3FFA-614D-40B2-A75C-5B68F32DE4B4}" type="parTrans" cxnId="{3DDDAA72-194B-4AB2-85A7-9E418D92C750}">
      <dgm:prSet/>
      <dgm:spPr/>
      <dgm:t>
        <a:bodyPr/>
        <a:lstStyle/>
        <a:p>
          <a:endParaRPr lang="es-MX"/>
        </a:p>
      </dgm:t>
    </dgm:pt>
    <dgm:pt modelId="{6804CAF5-F0C7-4F76-B2A8-F35DC3A49332}" type="sibTrans" cxnId="{3DDDAA72-194B-4AB2-85A7-9E418D92C750}">
      <dgm:prSet/>
      <dgm:spPr/>
      <dgm:t>
        <a:bodyPr/>
        <a:lstStyle/>
        <a:p>
          <a:endParaRPr lang="es-MX"/>
        </a:p>
      </dgm:t>
    </dgm:pt>
    <dgm:pt modelId="{E73B279D-0CAF-45B5-B037-365DEC3E96E6}">
      <dgm:prSet phldrT="[Texto]"/>
      <dgm:spPr/>
      <dgm:t>
        <a:bodyPr/>
        <a:lstStyle/>
        <a:p>
          <a:r>
            <a:rPr lang="es-MX" dirty="0"/>
            <a:t>Jefe de Facturación</a:t>
          </a:r>
        </a:p>
      </dgm:t>
    </dgm:pt>
    <dgm:pt modelId="{19067B9D-A071-491D-BB9A-5A5272D5F895}" type="parTrans" cxnId="{75728D1A-5F13-4C4A-B2C9-300A1305EF71}">
      <dgm:prSet/>
      <dgm:spPr/>
      <dgm:t>
        <a:bodyPr/>
        <a:lstStyle/>
        <a:p>
          <a:endParaRPr lang="es-MX"/>
        </a:p>
      </dgm:t>
    </dgm:pt>
    <dgm:pt modelId="{596F5D92-2DD7-499C-8367-020BFFC2ABA8}" type="sibTrans" cxnId="{75728D1A-5F13-4C4A-B2C9-300A1305EF71}">
      <dgm:prSet/>
      <dgm:spPr/>
      <dgm:t>
        <a:bodyPr/>
        <a:lstStyle/>
        <a:p>
          <a:endParaRPr lang="es-MX"/>
        </a:p>
      </dgm:t>
    </dgm:pt>
    <dgm:pt modelId="{81333621-227E-49B4-92CB-F1FE57D35F17}" type="pres">
      <dgm:prSet presAssocID="{01D6EC10-43FD-4C56-B195-FDA74E60FAB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2159869-6877-48FC-8021-A48424D0F123}" type="pres">
      <dgm:prSet presAssocID="{1D4705BD-0E1A-48A3-8BD0-8C7B448CF2C0}" presName="hierRoot1" presStyleCnt="0">
        <dgm:presLayoutVars>
          <dgm:hierBranch val="init"/>
        </dgm:presLayoutVars>
      </dgm:prSet>
      <dgm:spPr/>
    </dgm:pt>
    <dgm:pt modelId="{092C6F23-9096-4F11-99D2-2F7626ECA850}" type="pres">
      <dgm:prSet presAssocID="{1D4705BD-0E1A-48A3-8BD0-8C7B448CF2C0}" presName="rootComposite1" presStyleCnt="0"/>
      <dgm:spPr/>
    </dgm:pt>
    <dgm:pt modelId="{CFC0A4D4-FD63-4C9D-B809-8142EBA7E94B}" type="pres">
      <dgm:prSet presAssocID="{1D4705BD-0E1A-48A3-8BD0-8C7B448CF2C0}" presName="rootText1" presStyleLbl="node0" presStyleIdx="0" presStyleCnt="1">
        <dgm:presLayoutVars>
          <dgm:chPref val="3"/>
        </dgm:presLayoutVars>
      </dgm:prSet>
      <dgm:spPr/>
    </dgm:pt>
    <dgm:pt modelId="{460B7E83-9EAB-426A-AC1C-A96C99CC667C}" type="pres">
      <dgm:prSet presAssocID="{1D4705BD-0E1A-48A3-8BD0-8C7B448CF2C0}" presName="rootConnector1" presStyleLbl="node1" presStyleIdx="0" presStyleCnt="0"/>
      <dgm:spPr/>
    </dgm:pt>
    <dgm:pt modelId="{B407CE45-F52C-4861-A1C5-E03062B32CA8}" type="pres">
      <dgm:prSet presAssocID="{1D4705BD-0E1A-48A3-8BD0-8C7B448CF2C0}" presName="hierChild2" presStyleCnt="0"/>
      <dgm:spPr/>
    </dgm:pt>
    <dgm:pt modelId="{36E588BF-4B94-479A-B54F-011B210B9A09}" type="pres">
      <dgm:prSet presAssocID="{C5BE9AFF-3A10-4005-89A5-3595BF9887F1}" presName="Name37" presStyleLbl="parChTrans1D2" presStyleIdx="0" presStyleCnt="7"/>
      <dgm:spPr/>
    </dgm:pt>
    <dgm:pt modelId="{59768A88-74A1-4DFA-898F-5606248F73A0}" type="pres">
      <dgm:prSet presAssocID="{F540D840-2A2B-4569-853A-5676436AF7B1}" presName="hierRoot2" presStyleCnt="0">
        <dgm:presLayoutVars>
          <dgm:hierBranch val="init"/>
        </dgm:presLayoutVars>
      </dgm:prSet>
      <dgm:spPr/>
    </dgm:pt>
    <dgm:pt modelId="{69C8386E-02E5-4FDE-8FB8-57DE2230675F}" type="pres">
      <dgm:prSet presAssocID="{F540D840-2A2B-4569-853A-5676436AF7B1}" presName="rootComposite" presStyleCnt="0"/>
      <dgm:spPr/>
    </dgm:pt>
    <dgm:pt modelId="{FCE9BEB7-7B90-466E-8B15-8B67FE99C265}" type="pres">
      <dgm:prSet presAssocID="{F540D840-2A2B-4569-853A-5676436AF7B1}" presName="rootText" presStyleLbl="node2" presStyleIdx="0" presStyleCnt="6">
        <dgm:presLayoutVars>
          <dgm:chPref val="3"/>
        </dgm:presLayoutVars>
      </dgm:prSet>
      <dgm:spPr/>
    </dgm:pt>
    <dgm:pt modelId="{381F66F8-AC72-4107-A498-268040A924D0}" type="pres">
      <dgm:prSet presAssocID="{F540D840-2A2B-4569-853A-5676436AF7B1}" presName="rootConnector" presStyleLbl="node2" presStyleIdx="0" presStyleCnt="6"/>
      <dgm:spPr/>
    </dgm:pt>
    <dgm:pt modelId="{5599EE15-853D-47DB-9B86-5F4656AF13E2}" type="pres">
      <dgm:prSet presAssocID="{F540D840-2A2B-4569-853A-5676436AF7B1}" presName="hierChild4" presStyleCnt="0"/>
      <dgm:spPr/>
    </dgm:pt>
    <dgm:pt modelId="{568DB379-DA9D-4476-B7A0-122EFFE6AD99}" type="pres">
      <dgm:prSet presAssocID="{F540D840-2A2B-4569-853A-5676436AF7B1}" presName="hierChild5" presStyleCnt="0"/>
      <dgm:spPr/>
    </dgm:pt>
    <dgm:pt modelId="{229C09F7-E765-4EF2-BD72-6CADD5437F6E}" type="pres">
      <dgm:prSet presAssocID="{5E0D33A9-52E4-4D1C-B6AA-506DDB476A8F}" presName="Name37" presStyleLbl="parChTrans1D2" presStyleIdx="1" presStyleCnt="7"/>
      <dgm:spPr/>
    </dgm:pt>
    <dgm:pt modelId="{C51D7938-F27C-4F37-B38E-38A48DB6BFA5}" type="pres">
      <dgm:prSet presAssocID="{77572BEA-A11F-44DE-A343-D57CB6F34F37}" presName="hierRoot2" presStyleCnt="0">
        <dgm:presLayoutVars>
          <dgm:hierBranch val="init"/>
        </dgm:presLayoutVars>
      </dgm:prSet>
      <dgm:spPr/>
    </dgm:pt>
    <dgm:pt modelId="{D2B25B1A-D6ED-49BB-B71C-2A6E690985C6}" type="pres">
      <dgm:prSet presAssocID="{77572BEA-A11F-44DE-A343-D57CB6F34F37}" presName="rootComposite" presStyleCnt="0"/>
      <dgm:spPr/>
    </dgm:pt>
    <dgm:pt modelId="{DF2F80FE-C878-48FE-97A8-3F3BA88B4652}" type="pres">
      <dgm:prSet presAssocID="{77572BEA-A11F-44DE-A343-D57CB6F34F37}" presName="rootText" presStyleLbl="node2" presStyleIdx="1" presStyleCnt="6">
        <dgm:presLayoutVars>
          <dgm:chPref val="3"/>
        </dgm:presLayoutVars>
      </dgm:prSet>
      <dgm:spPr/>
    </dgm:pt>
    <dgm:pt modelId="{526A9AFA-E094-4FF2-A981-DF158DBC9502}" type="pres">
      <dgm:prSet presAssocID="{77572BEA-A11F-44DE-A343-D57CB6F34F37}" presName="rootConnector" presStyleLbl="node2" presStyleIdx="1" presStyleCnt="6"/>
      <dgm:spPr/>
    </dgm:pt>
    <dgm:pt modelId="{C21949EA-5D5C-4AC4-8922-F043043636D7}" type="pres">
      <dgm:prSet presAssocID="{77572BEA-A11F-44DE-A343-D57CB6F34F37}" presName="hierChild4" presStyleCnt="0"/>
      <dgm:spPr/>
    </dgm:pt>
    <dgm:pt modelId="{108A26CD-8131-4135-9177-82AC80EC3078}" type="pres">
      <dgm:prSet presAssocID="{77572BEA-A11F-44DE-A343-D57CB6F34F37}" presName="hierChild5" presStyleCnt="0"/>
      <dgm:spPr/>
    </dgm:pt>
    <dgm:pt modelId="{A519C17C-C07E-4F34-9251-EAEDA0555660}" type="pres">
      <dgm:prSet presAssocID="{29004C07-772C-4A82-9F41-7EAFC19AB32E}" presName="Name37" presStyleLbl="parChTrans1D2" presStyleIdx="2" presStyleCnt="7"/>
      <dgm:spPr/>
    </dgm:pt>
    <dgm:pt modelId="{4F62FBA7-BF95-48A2-B8A6-3A4EE6505FEF}" type="pres">
      <dgm:prSet presAssocID="{8AE7B7A6-1A66-4A1B-863B-50450FF86786}" presName="hierRoot2" presStyleCnt="0">
        <dgm:presLayoutVars>
          <dgm:hierBranch val="init"/>
        </dgm:presLayoutVars>
      </dgm:prSet>
      <dgm:spPr/>
    </dgm:pt>
    <dgm:pt modelId="{109EC636-5404-4845-955A-BF3E90A8CBDA}" type="pres">
      <dgm:prSet presAssocID="{8AE7B7A6-1A66-4A1B-863B-50450FF86786}" presName="rootComposite" presStyleCnt="0"/>
      <dgm:spPr/>
    </dgm:pt>
    <dgm:pt modelId="{8C66F302-00E8-4074-93BA-0D7C928EB871}" type="pres">
      <dgm:prSet presAssocID="{8AE7B7A6-1A66-4A1B-863B-50450FF86786}" presName="rootText" presStyleLbl="node2" presStyleIdx="2" presStyleCnt="6">
        <dgm:presLayoutVars>
          <dgm:chPref val="3"/>
        </dgm:presLayoutVars>
      </dgm:prSet>
      <dgm:spPr/>
    </dgm:pt>
    <dgm:pt modelId="{46E31A0A-D50D-4D24-9948-0FEFEF74C268}" type="pres">
      <dgm:prSet presAssocID="{8AE7B7A6-1A66-4A1B-863B-50450FF86786}" presName="rootConnector" presStyleLbl="node2" presStyleIdx="2" presStyleCnt="6"/>
      <dgm:spPr/>
    </dgm:pt>
    <dgm:pt modelId="{482E7F76-878E-43D0-9738-02FA351C5AB7}" type="pres">
      <dgm:prSet presAssocID="{8AE7B7A6-1A66-4A1B-863B-50450FF86786}" presName="hierChild4" presStyleCnt="0"/>
      <dgm:spPr/>
    </dgm:pt>
    <dgm:pt modelId="{0808B970-51FF-4B53-979D-E77532EE6591}" type="pres">
      <dgm:prSet presAssocID="{8AE7B7A6-1A66-4A1B-863B-50450FF86786}" presName="hierChild5" presStyleCnt="0"/>
      <dgm:spPr/>
    </dgm:pt>
    <dgm:pt modelId="{BC08875D-F449-43D6-B984-4C9DDA928F56}" type="pres">
      <dgm:prSet presAssocID="{A770187A-8ADB-4FC2-B6F3-CFF6E0253B53}" presName="Name37" presStyleLbl="parChTrans1D2" presStyleIdx="3" presStyleCnt="7"/>
      <dgm:spPr/>
    </dgm:pt>
    <dgm:pt modelId="{4B653710-DAC8-4A05-913D-5090C82C1812}" type="pres">
      <dgm:prSet presAssocID="{641A9C20-A9BA-43FC-B2C0-1113D9C670C5}" presName="hierRoot2" presStyleCnt="0">
        <dgm:presLayoutVars>
          <dgm:hierBranch val="init"/>
        </dgm:presLayoutVars>
      </dgm:prSet>
      <dgm:spPr/>
    </dgm:pt>
    <dgm:pt modelId="{D8F78487-9DC9-48C7-B708-B3B26372A5A4}" type="pres">
      <dgm:prSet presAssocID="{641A9C20-A9BA-43FC-B2C0-1113D9C670C5}" presName="rootComposite" presStyleCnt="0"/>
      <dgm:spPr/>
    </dgm:pt>
    <dgm:pt modelId="{CBA0A8CB-657A-49D6-981B-996339A43329}" type="pres">
      <dgm:prSet presAssocID="{641A9C20-A9BA-43FC-B2C0-1113D9C670C5}" presName="rootText" presStyleLbl="node2" presStyleIdx="3" presStyleCnt="6">
        <dgm:presLayoutVars>
          <dgm:chPref val="3"/>
        </dgm:presLayoutVars>
      </dgm:prSet>
      <dgm:spPr/>
    </dgm:pt>
    <dgm:pt modelId="{1328C61D-7E21-4A73-9681-8BFD62CF4F6C}" type="pres">
      <dgm:prSet presAssocID="{641A9C20-A9BA-43FC-B2C0-1113D9C670C5}" presName="rootConnector" presStyleLbl="node2" presStyleIdx="3" presStyleCnt="6"/>
      <dgm:spPr/>
    </dgm:pt>
    <dgm:pt modelId="{D945C313-A851-4323-8CB1-0230662B2FCA}" type="pres">
      <dgm:prSet presAssocID="{641A9C20-A9BA-43FC-B2C0-1113D9C670C5}" presName="hierChild4" presStyleCnt="0"/>
      <dgm:spPr/>
    </dgm:pt>
    <dgm:pt modelId="{DECFE3D2-0F10-4296-B2B1-FE20C2C7D859}" type="pres">
      <dgm:prSet presAssocID="{641A9C20-A9BA-43FC-B2C0-1113D9C670C5}" presName="hierChild5" presStyleCnt="0"/>
      <dgm:spPr/>
    </dgm:pt>
    <dgm:pt modelId="{8554C0C5-D9D1-4474-9EA9-DBE3A642E579}" type="pres">
      <dgm:prSet presAssocID="{5EAF3FFA-614D-40B2-A75C-5B68F32DE4B4}" presName="Name37" presStyleLbl="parChTrans1D2" presStyleIdx="4" presStyleCnt="7"/>
      <dgm:spPr/>
    </dgm:pt>
    <dgm:pt modelId="{1A4DBB38-D9B3-4578-93E8-85872C974DFE}" type="pres">
      <dgm:prSet presAssocID="{C07C6904-47C5-4D9A-82E6-263157F740D5}" presName="hierRoot2" presStyleCnt="0">
        <dgm:presLayoutVars>
          <dgm:hierBranch val="init"/>
        </dgm:presLayoutVars>
      </dgm:prSet>
      <dgm:spPr/>
    </dgm:pt>
    <dgm:pt modelId="{0187C97F-E00A-4C50-8FC0-A71FB83F8189}" type="pres">
      <dgm:prSet presAssocID="{C07C6904-47C5-4D9A-82E6-263157F740D5}" presName="rootComposite" presStyleCnt="0"/>
      <dgm:spPr/>
    </dgm:pt>
    <dgm:pt modelId="{7C3ECB28-0EFB-48EB-9495-E2498129183B}" type="pres">
      <dgm:prSet presAssocID="{C07C6904-47C5-4D9A-82E6-263157F740D5}" presName="rootText" presStyleLbl="node2" presStyleIdx="4" presStyleCnt="6">
        <dgm:presLayoutVars>
          <dgm:chPref val="3"/>
        </dgm:presLayoutVars>
      </dgm:prSet>
      <dgm:spPr/>
    </dgm:pt>
    <dgm:pt modelId="{226F6DFF-DD3C-4571-8749-DAED1E9F5E09}" type="pres">
      <dgm:prSet presAssocID="{C07C6904-47C5-4D9A-82E6-263157F740D5}" presName="rootConnector" presStyleLbl="node2" presStyleIdx="4" presStyleCnt="6"/>
      <dgm:spPr/>
    </dgm:pt>
    <dgm:pt modelId="{6A9D10A1-62A9-4232-BA6F-C719937B7A1A}" type="pres">
      <dgm:prSet presAssocID="{C07C6904-47C5-4D9A-82E6-263157F740D5}" presName="hierChild4" presStyleCnt="0"/>
      <dgm:spPr/>
    </dgm:pt>
    <dgm:pt modelId="{A38C0FC8-EB3E-4A3D-A8D8-A45237668D83}" type="pres">
      <dgm:prSet presAssocID="{C07C6904-47C5-4D9A-82E6-263157F740D5}" presName="hierChild5" presStyleCnt="0"/>
      <dgm:spPr/>
    </dgm:pt>
    <dgm:pt modelId="{D25FF97C-F4E6-471C-8FE9-C870E2DEBE42}" type="pres">
      <dgm:prSet presAssocID="{19067B9D-A071-491D-BB9A-5A5272D5F895}" presName="Name37" presStyleLbl="parChTrans1D2" presStyleIdx="5" presStyleCnt="7"/>
      <dgm:spPr/>
    </dgm:pt>
    <dgm:pt modelId="{3C264091-5F21-4158-BBD3-B47E21FA1F31}" type="pres">
      <dgm:prSet presAssocID="{E73B279D-0CAF-45B5-B037-365DEC3E96E6}" presName="hierRoot2" presStyleCnt="0">
        <dgm:presLayoutVars>
          <dgm:hierBranch val="init"/>
        </dgm:presLayoutVars>
      </dgm:prSet>
      <dgm:spPr/>
    </dgm:pt>
    <dgm:pt modelId="{D7021564-6AC4-4C4F-92DE-5709641D13AA}" type="pres">
      <dgm:prSet presAssocID="{E73B279D-0CAF-45B5-B037-365DEC3E96E6}" presName="rootComposite" presStyleCnt="0"/>
      <dgm:spPr/>
    </dgm:pt>
    <dgm:pt modelId="{F194F224-BB72-45EB-AEBE-5056AD84BCD0}" type="pres">
      <dgm:prSet presAssocID="{E73B279D-0CAF-45B5-B037-365DEC3E96E6}" presName="rootText" presStyleLbl="node2" presStyleIdx="5" presStyleCnt="6">
        <dgm:presLayoutVars>
          <dgm:chPref val="3"/>
        </dgm:presLayoutVars>
      </dgm:prSet>
      <dgm:spPr/>
    </dgm:pt>
    <dgm:pt modelId="{6780AB85-3D93-494B-A378-CE6B42EF9413}" type="pres">
      <dgm:prSet presAssocID="{E73B279D-0CAF-45B5-B037-365DEC3E96E6}" presName="rootConnector" presStyleLbl="node2" presStyleIdx="5" presStyleCnt="6"/>
      <dgm:spPr/>
    </dgm:pt>
    <dgm:pt modelId="{1008958D-6F80-414E-9809-6751A0A26393}" type="pres">
      <dgm:prSet presAssocID="{E73B279D-0CAF-45B5-B037-365DEC3E96E6}" presName="hierChild4" presStyleCnt="0"/>
      <dgm:spPr/>
    </dgm:pt>
    <dgm:pt modelId="{71BBCA8E-85AA-4877-A3E7-C45239ADF967}" type="pres">
      <dgm:prSet presAssocID="{E73B279D-0CAF-45B5-B037-365DEC3E96E6}" presName="hierChild5" presStyleCnt="0"/>
      <dgm:spPr/>
    </dgm:pt>
    <dgm:pt modelId="{D0904AE4-3535-4ECE-BFCD-5C9F197EB40A}" type="pres">
      <dgm:prSet presAssocID="{1D4705BD-0E1A-48A3-8BD0-8C7B448CF2C0}" presName="hierChild3" presStyleCnt="0"/>
      <dgm:spPr/>
    </dgm:pt>
    <dgm:pt modelId="{1C007966-4FAA-424A-92F5-524CE824D27B}" type="pres">
      <dgm:prSet presAssocID="{23E34A5F-BCBF-4981-8F78-570048B5D44A}" presName="Name111" presStyleLbl="parChTrans1D2" presStyleIdx="6" presStyleCnt="7"/>
      <dgm:spPr/>
    </dgm:pt>
    <dgm:pt modelId="{12878714-C0B5-4D4F-8526-5ADA818C1F00}" type="pres">
      <dgm:prSet presAssocID="{2BE4B3A0-627C-4459-B400-B3330C66B49D}" presName="hierRoot3" presStyleCnt="0">
        <dgm:presLayoutVars>
          <dgm:hierBranch val="init"/>
        </dgm:presLayoutVars>
      </dgm:prSet>
      <dgm:spPr/>
    </dgm:pt>
    <dgm:pt modelId="{EC76F2A6-5729-4D5A-9ADD-B02C97E78C46}" type="pres">
      <dgm:prSet presAssocID="{2BE4B3A0-627C-4459-B400-B3330C66B49D}" presName="rootComposite3" presStyleCnt="0"/>
      <dgm:spPr/>
    </dgm:pt>
    <dgm:pt modelId="{501622E8-D5E8-467F-B5E0-2CD670D2AD1F}" type="pres">
      <dgm:prSet presAssocID="{2BE4B3A0-627C-4459-B400-B3330C66B49D}" presName="rootText3" presStyleLbl="asst1" presStyleIdx="0" presStyleCnt="1">
        <dgm:presLayoutVars>
          <dgm:chPref val="3"/>
        </dgm:presLayoutVars>
      </dgm:prSet>
      <dgm:spPr/>
    </dgm:pt>
    <dgm:pt modelId="{416F421E-D16D-45A0-A66D-9BB55B410FAD}" type="pres">
      <dgm:prSet presAssocID="{2BE4B3A0-627C-4459-B400-B3330C66B49D}" presName="rootConnector3" presStyleLbl="asst1" presStyleIdx="0" presStyleCnt="1"/>
      <dgm:spPr/>
    </dgm:pt>
    <dgm:pt modelId="{BCCF8EDE-900B-4BB8-99C2-341D7EA9FDEC}" type="pres">
      <dgm:prSet presAssocID="{2BE4B3A0-627C-4459-B400-B3330C66B49D}" presName="hierChild6" presStyleCnt="0"/>
      <dgm:spPr/>
    </dgm:pt>
    <dgm:pt modelId="{0262E79A-3D2E-44D0-9A9E-E976BC77BC9B}" type="pres">
      <dgm:prSet presAssocID="{2BE4B3A0-627C-4459-B400-B3330C66B49D}" presName="hierChild7" presStyleCnt="0"/>
      <dgm:spPr/>
    </dgm:pt>
  </dgm:ptLst>
  <dgm:cxnLst>
    <dgm:cxn modelId="{60299614-6E26-4547-B6AD-A5F53FA8B293}" type="presOf" srcId="{2BE4B3A0-627C-4459-B400-B3330C66B49D}" destId="{501622E8-D5E8-467F-B5E0-2CD670D2AD1F}" srcOrd="0" destOrd="0" presId="urn:microsoft.com/office/officeart/2005/8/layout/orgChart1"/>
    <dgm:cxn modelId="{0FAC3015-DF6A-46AB-ACE1-77ABFD53B3D5}" type="presOf" srcId="{8AE7B7A6-1A66-4A1B-863B-50450FF86786}" destId="{8C66F302-00E8-4074-93BA-0D7C928EB871}" srcOrd="0" destOrd="0" presId="urn:microsoft.com/office/officeart/2005/8/layout/orgChart1"/>
    <dgm:cxn modelId="{1F7DC115-0BAC-4496-9F9A-847A17D51DFB}" type="presOf" srcId="{5E0D33A9-52E4-4D1C-B6AA-506DDB476A8F}" destId="{229C09F7-E765-4EF2-BD72-6CADD5437F6E}" srcOrd="0" destOrd="0" presId="urn:microsoft.com/office/officeart/2005/8/layout/orgChart1"/>
    <dgm:cxn modelId="{75728D1A-5F13-4C4A-B2C9-300A1305EF71}" srcId="{1D4705BD-0E1A-48A3-8BD0-8C7B448CF2C0}" destId="{E73B279D-0CAF-45B5-B037-365DEC3E96E6}" srcOrd="6" destOrd="0" parTransId="{19067B9D-A071-491D-BB9A-5A5272D5F895}" sibTransId="{596F5D92-2DD7-499C-8367-020BFFC2ABA8}"/>
    <dgm:cxn modelId="{55525E20-D6EC-469F-BB18-004F329AACDA}" srcId="{1D4705BD-0E1A-48A3-8BD0-8C7B448CF2C0}" destId="{2BE4B3A0-627C-4459-B400-B3330C66B49D}" srcOrd="0" destOrd="0" parTransId="{23E34A5F-BCBF-4981-8F78-570048B5D44A}" sibTransId="{A7C4B43E-1C6A-46C2-9DD0-CAF58E7B3E58}"/>
    <dgm:cxn modelId="{457B6323-3FD2-4C2C-8722-AA528A59C256}" srcId="{1D4705BD-0E1A-48A3-8BD0-8C7B448CF2C0}" destId="{F540D840-2A2B-4569-853A-5676436AF7B1}" srcOrd="1" destOrd="0" parTransId="{C5BE9AFF-3A10-4005-89A5-3595BF9887F1}" sibTransId="{C9F2D0C3-AC8A-4A73-AA67-E47D27ED176B}"/>
    <dgm:cxn modelId="{26A47A23-2E95-42A0-96F9-F4B99F333B25}" srcId="{1D4705BD-0E1A-48A3-8BD0-8C7B448CF2C0}" destId="{8AE7B7A6-1A66-4A1B-863B-50450FF86786}" srcOrd="3" destOrd="0" parTransId="{29004C07-772C-4A82-9F41-7EAFC19AB32E}" sibTransId="{5B7AE06A-8CA4-4AD0-87D6-0302C8A9B4DB}"/>
    <dgm:cxn modelId="{3FAC4F25-BE68-493E-8210-79329014B295}" type="presOf" srcId="{F540D840-2A2B-4569-853A-5676436AF7B1}" destId="{381F66F8-AC72-4107-A498-268040A924D0}" srcOrd="1" destOrd="0" presId="urn:microsoft.com/office/officeart/2005/8/layout/orgChart1"/>
    <dgm:cxn modelId="{D3DBCE2D-B90C-4218-A8E1-46CE4CD69267}" type="presOf" srcId="{C5BE9AFF-3A10-4005-89A5-3595BF9887F1}" destId="{36E588BF-4B94-479A-B54F-011B210B9A09}" srcOrd="0" destOrd="0" presId="urn:microsoft.com/office/officeart/2005/8/layout/orgChart1"/>
    <dgm:cxn modelId="{0FCAAB36-76B6-4569-BF10-02A9650B7B84}" type="presOf" srcId="{1D4705BD-0E1A-48A3-8BD0-8C7B448CF2C0}" destId="{CFC0A4D4-FD63-4C9D-B809-8142EBA7E94B}" srcOrd="0" destOrd="0" presId="urn:microsoft.com/office/officeart/2005/8/layout/orgChart1"/>
    <dgm:cxn modelId="{4885A242-3241-4D4C-A751-C729399C44B1}" type="presOf" srcId="{F540D840-2A2B-4569-853A-5676436AF7B1}" destId="{FCE9BEB7-7B90-466E-8B15-8B67FE99C265}" srcOrd="0" destOrd="0" presId="urn:microsoft.com/office/officeart/2005/8/layout/orgChart1"/>
    <dgm:cxn modelId="{F3B62C63-03A0-4E03-B3B2-2D8768EF5CB3}" type="presOf" srcId="{8AE7B7A6-1A66-4A1B-863B-50450FF86786}" destId="{46E31A0A-D50D-4D24-9948-0FEFEF74C268}" srcOrd="1" destOrd="0" presId="urn:microsoft.com/office/officeart/2005/8/layout/orgChart1"/>
    <dgm:cxn modelId="{4DAA6868-0386-4920-B4E2-7C7BC63B0620}" srcId="{1D4705BD-0E1A-48A3-8BD0-8C7B448CF2C0}" destId="{77572BEA-A11F-44DE-A343-D57CB6F34F37}" srcOrd="2" destOrd="0" parTransId="{5E0D33A9-52E4-4D1C-B6AA-506DDB476A8F}" sibTransId="{92DC95B3-FB28-4D78-98D6-C20CA34D689F}"/>
    <dgm:cxn modelId="{6EE1AD6B-04D3-48D1-AC09-B275E12CDE65}" type="presOf" srcId="{29004C07-772C-4A82-9F41-7EAFC19AB32E}" destId="{A519C17C-C07E-4F34-9251-EAEDA0555660}" srcOrd="0" destOrd="0" presId="urn:microsoft.com/office/officeart/2005/8/layout/orgChart1"/>
    <dgm:cxn modelId="{AC201770-0D88-49F2-BB77-E5976E723056}" type="presOf" srcId="{E73B279D-0CAF-45B5-B037-365DEC3E96E6}" destId="{6780AB85-3D93-494B-A378-CE6B42EF9413}" srcOrd="1" destOrd="0" presId="urn:microsoft.com/office/officeart/2005/8/layout/orgChart1"/>
    <dgm:cxn modelId="{3DDDAA72-194B-4AB2-85A7-9E418D92C750}" srcId="{1D4705BD-0E1A-48A3-8BD0-8C7B448CF2C0}" destId="{C07C6904-47C5-4D9A-82E6-263157F740D5}" srcOrd="5" destOrd="0" parTransId="{5EAF3FFA-614D-40B2-A75C-5B68F32DE4B4}" sibTransId="{6804CAF5-F0C7-4F76-B2A8-F35DC3A49332}"/>
    <dgm:cxn modelId="{3C92FE57-AAF1-406F-9F50-BF2000D1C879}" type="presOf" srcId="{A770187A-8ADB-4FC2-B6F3-CFF6E0253B53}" destId="{BC08875D-F449-43D6-B984-4C9DDA928F56}" srcOrd="0" destOrd="0" presId="urn:microsoft.com/office/officeart/2005/8/layout/orgChart1"/>
    <dgm:cxn modelId="{17CBBC81-FF89-441F-9BC8-3D75204E7AB0}" type="presOf" srcId="{77572BEA-A11F-44DE-A343-D57CB6F34F37}" destId="{526A9AFA-E094-4FF2-A981-DF158DBC9502}" srcOrd="1" destOrd="0" presId="urn:microsoft.com/office/officeart/2005/8/layout/orgChart1"/>
    <dgm:cxn modelId="{F77CA587-BEB1-41DA-B494-AA42E1CEB814}" type="presOf" srcId="{E73B279D-0CAF-45B5-B037-365DEC3E96E6}" destId="{F194F224-BB72-45EB-AEBE-5056AD84BCD0}" srcOrd="0" destOrd="0" presId="urn:microsoft.com/office/officeart/2005/8/layout/orgChart1"/>
    <dgm:cxn modelId="{B409BE9B-D644-492A-B58B-202D8FD8A03F}" type="presOf" srcId="{01D6EC10-43FD-4C56-B195-FDA74E60FAB2}" destId="{81333621-227E-49B4-92CB-F1FE57D35F17}" srcOrd="0" destOrd="0" presId="urn:microsoft.com/office/officeart/2005/8/layout/orgChart1"/>
    <dgm:cxn modelId="{7EE80CA7-8156-437E-9217-A3C252F57DD4}" type="presOf" srcId="{19067B9D-A071-491D-BB9A-5A5272D5F895}" destId="{D25FF97C-F4E6-471C-8FE9-C870E2DEBE42}" srcOrd="0" destOrd="0" presId="urn:microsoft.com/office/officeart/2005/8/layout/orgChart1"/>
    <dgm:cxn modelId="{7C6143AA-8835-4D3C-B2D8-70CD17089825}" type="presOf" srcId="{23E34A5F-BCBF-4981-8F78-570048B5D44A}" destId="{1C007966-4FAA-424A-92F5-524CE824D27B}" srcOrd="0" destOrd="0" presId="urn:microsoft.com/office/officeart/2005/8/layout/orgChart1"/>
    <dgm:cxn modelId="{4A931DAF-3763-4660-BAAF-874DE7B1596C}" type="presOf" srcId="{C07C6904-47C5-4D9A-82E6-263157F740D5}" destId="{7C3ECB28-0EFB-48EB-9495-E2498129183B}" srcOrd="0" destOrd="0" presId="urn:microsoft.com/office/officeart/2005/8/layout/orgChart1"/>
    <dgm:cxn modelId="{1CA8D7C7-5450-4AB4-855D-B98FADFB8A26}" type="presOf" srcId="{641A9C20-A9BA-43FC-B2C0-1113D9C670C5}" destId="{CBA0A8CB-657A-49D6-981B-996339A43329}" srcOrd="0" destOrd="0" presId="urn:microsoft.com/office/officeart/2005/8/layout/orgChart1"/>
    <dgm:cxn modelId="{CE6383C9-2DEB-4401-8FCE-59DFD51CF5AD}" type="presOf" srcId="{2BE4B3A0-627C-4459-B400-B3330C66B49D}" destId="{416F421E-D16D-45A0-A66D-9BB55B410FAD}" srcOrd="1" destOrd="0" presId="urn:microsoft.com/office/officeart/2005/8/layout/orgChart1"/>
    <dgm:cxn modelId="{01DA3ECA-6187-4D0A-A778-C5DFCF3B1425}" type="presOf" srcId="{5EAF3FFA-614D-40B2-A75C-5B68F32DE4B4}" destId="{8554C0C5-D9D1-4474-9EA9-DBE3A642E579}" srcOrd="0" destOrd="0" presId="urn:microsoft.com/office/officeart/2005/8/layout/orgChart1"/>
    <dgm:cxn modelId="{25612CCB-F274-4208-ACF0-48F27F7CF0B1}" type="presOf" srcId="{641A9C20-A9BA-43FC-B2C0-1113D9C670C5}" destId="{1328C61D-7E21-4A73-9681-8BFD62CF4F6C}" srcOrd="1" destOrd="0" presId="urn:microsoft.com/office/officeart/2005/8/layout/orgChart1"/>
    <dgm:cxn modelId="{6EDBC8D8-4A46-4533-A667-28FB2DE8B341}" type="presOf" srcId="{C07C6904-47C5-4D9A-82E6-263157F740D5}" destId="{226F6DFF-DD3C-4571-8749-DAED1E9F5E09}" srcOrd="1" destOrd="0" presId="urn:microsoft.com/office/officeart/2005/8/layout/orgChart1"/>
    <dgm:cxn modelId="{FC7DFBD9-7E06-46C5-9C0D-2451AD9AC719}" srcId="{1D4705BD-0E1A-48A3-8BD0-8C7B448CF2C0}" destId="{641A9C20-A9BA-43FC-B2C0-1113D9C670C5}" srcOrd="4" destOrd="0" parTransId="{A770187A-8ADB-4FC2-B6F3-CFF6E0253B53}" sibTransId="{F6CEF810-2219-4BA8-9BFE-90ABB16F34DB}"/>
    <dgm:cxn modelId="{EC73C9E6-55F4-4F43-BAC5-9646577F150C}" type="presOf" srcId="{1D4705BD-0E1A-48A3-8BD0-8C7B448CF2C0}" destId="{460B7E83-9EAB-426A-AC1C-A96C99CC667C}" srcOrd="1" destOrd="0" presId="urn:microsoft.com/office/officeart/2005/8/layout/orgChart1"/>
    <dgm:cxn modelId="{C3AE88F9-556E-4265-8A12-090A6DF9F9C8}" type="presOf" srcId="{77572BEA-A11F-44DE-A343-D57CB6F34F37}" destId="{DF2F80FE-C878-48FE-97A8-3F3BA88B4652}" srcOrd="0" destOrd="0" presId="urn:microsoft.com/office/officeart/2005/8/layout/orgChart1"/>
    <dgm:cxn modelId="{8EB3B8F9-1DFD-40B5-9121-75915638B28B}" srcId="{01D6EC10-43FD-4C56-B195-FDA74E60FAB2}" destId="{1D4705BD-0E1A-48A3-8BD0-8C7B448CF2C0}" srcOrd="0" destOrd="0" parTransId="{7C579DF9-1754-4DB2-B87A-8B2777218FB5}" sibTransId="{AED01564-6777-4C62-B645-B8C14921DB5C}"/>
    <dgm:cxn modelId="{D15691F0-03C4-4FA0-83CE-B08E03F468F2}" type="presParOf" srcId="{81333621-227E-49B4-92CB-F1FE57D35F17}" destId="{22159869-6877-48FC-8021-A48424D0F123}" srcOrd="0" destOrd="0" presId="urn:microsoft.com/office/officeart/2005/8/layout/orgChart1"/>
    <dgm:cxn modelId="{8A169D5D-D48D-421A-9038-1C4F612B2584}" type="presParOf" srcId="{22159869-6877-48FC-8021-A48424D0F123}" destId="{092C6F23-9096-4F11-99D2-2F7626ECA850}" srcOrd="0" destOrd="0" presId="urn:microsoft.com/office/officeart/2005/8/layout/orgChart1"/>
    <dgm:cxn modelId="{210EAE8B-50BD-436A-9C99-CDFEFAABA8AB}" type="presParOf" srcId="{092C6F23-9096-4F11-99D2-2F7626ECA850}" destId="{CFC0A4D4-FD63-4C9D-B809-8142EBA7E94B}" srcOrd="0" destOrd="0" presId="urn:microsoft.com/office/officeart/2005/8/layout/orgChart1"/>
    <dgm:cxn modelId="{7D103FAA-D9D3-400F-89EA-4DCC49F1F6A7}" type="presParOf" srcId="{092C6F23-9096-4F11-99D2-2F7626ECA850}" destId="{460B7E83-9EAB-426A-AC1C-A96C99CC667C}" srcOrd="1" destOrd="0" presId="urn:microsoft.com/office/officeart/2005/8/layout/orgChart1"/>
    <dgm:cxn modelId="{BAB15609-793A-4E34-BE66-9CB3D742B47D}" type="presParOf" srcId="{22159869-6877-48FC-8021-A48424D0F123}" destId="{B407CE45-F52C-4861-A1C5-E03062B32CA8}" srcOrd="1" destOrd="0" presId="urn:microsoft.com/office/officeart/2005/8/layout/orgChart1"/>
    <dgm:cxn modelId="{96AF24AB-48E2-4457-9BD7-8E63B7BDE463}" type="presParOf" srcId="{B407CE45-F52C-4861-A1C5-E03062B32CA8}" destId="{36E588BF-4B94-479A-B54F-011B210B9A09}" srcOrd="0" destOrd="0" presId="urn:microsoft.com/office/officeart/2005/8/layout/orgChart1"/>
    <dgm:cxn modelId="{F4FE41E3-0F1D-480F-A2FB-045288FB94EC}" type="presParOf" srcId="{B407CE45-F52C-4861-A1C5-E03062B32CA8}" destId="{59768A88-74A1-4DFA-898F-5606248F73A0}" srcOrd="1" destOrd="0" presId="urn:microsoft.com/office/officeart/2005/8/layout/orgChart1"/>
    <dgm:cxn modelId="{35193D62-ADC0-417E-93B5-BB3AD6858147}" type="presParOf" srcId="{59768A88-74A1-4DFA-898F-5606248F73A0}" destId="{69C8386E-02E5-4FDE-8FB8-57DE2230675F}" srcOrd="0" destOrd="0" presId="urn:microsoft.com/office/officeart/2005/8/layout/orgChart1"/>
    <dgm:cxn modelId="{470DB35D-2961-491B-AAA4-A36098DB897A}" type="presParOf" srcId="{69C8386E-02E5-4FDE-8FB8-57DE2230675F}" destId="{FCE9BEB7-7B90-466E-8B15-8B67FE99C265}" srcOrd="0" destOrd="0" presId="urn:microsoft.com/office/officeart/2005/8/layout/orgChart1"/>
    <dgm:cxn modelId="{083817DA-79A7-4BD2-969C-129DC7A662C5}" type="presParOf" srcId="{69C8386E-02E5-4FDE-8FB8-57DE2230675F}" destId="{381F66F8-AC72-4107-A498-268040A924D0}" srcOrd="1" destOrd="0" presId="urn:microsoft.com/office/officeart/2005/8/layout/orgChart1"/>
    <dgm:cxn modelId="{3A1C1E9D-9E1F-45EA-9001-43BA3FFCA2EB}" type="presParOf" srcId="{59768A88-74A1-4DFA-898F-5606248F73A0}" destId="{5599EE15-853D-47DB-9B86-5F4656AF13E2}" srcOrd="1" destOrd="0" presId="urn:microsoft.com/office/officeart/2005/8/layout/orgChart1"/>
    <dgm:cxn modelId="{124419F7-8696-4E1D-BAE4-23D636E3424B}" type="presParOf" srcId="{59768A88-74A1-4DFA-898F-5606248F73A0}" destId="{568DB379-DA9D-4476-B7A0-122EFFE6AD99}" srcOrd="2" destOrd="0" presId="urn:microsoft.com/office/officeart/2005/8/layout/orgChart1"/>
    <dgm:cxn modelId="{F9F382B5-D36A-4419-A5E4-ED3BBF2E5B4D}" type="presParOf" srcId="{B407CE45-F52C-4861-A1C5-E03062B32CA8}" destId="{229C09F7-E765-4EF2-BD72-6CADD5437F6E}" srcOrd="2" destOrd="0" presId="urn:microsoft.com/office/officeart/2005/8/layout/orgChart1"/>
    <dgm:cxn modelId="{284B9377-3841-465D-B4E9-0996DDEBFC2F}" type="presParOf" srcId="{B407CE45-F52C-4861-A1C5-E03062B32CA8}" destId="{C51D7938-F27C-4F37-B38E-38A48DB6BFA5}" srcOrd="3" destOrd="0" presId="urn:microsoft.com/office/officeart/2005/8/layout/orgChart1"/>
    <dgm:cxn modelId="{EED9DBC8-E2A8-4E1A-ADC7-882334AD0E55}" type="presParOf" srcId="{C51D7938-F27C-4F37-B38E-38A48DB6BFA5}" destId="{D2B25B1A-D6ED-49BB-B71C-2A6E690985C6}" srcOrd="0" destOrd="0" presId="urn:microsoft.com/office/officeart/2005/8/layout/orgChart1"/>
    <dgm:cxn modelId="{2A1F1189-4361-47FB-A49F-4C9BF766EBEA}" type="presParOf" srcId="{D2B25B1A-D6ED-49BB-B71C-2A6E690985C6}" destId="{DF2F80FE-C878-48FE-97A8-3F3BA88B4652}" srcOrd="0" destOrd="0" presId="urn:microsoft.com/office/officeart/2005/8/layout/orgChart1"/>
    <dgm:cxn modelId="{9EA3E696-19F4-4691-926A-848BD7416337}" type="presParOf" srcId="{D2B25B1A-D6ED-49BB-B71C-2A6E690985C6}" destId="{526A9AFA-E094-4FF2-A981-DF158DBC9502}" srcOrd="1" destOrd="0" presId="urn:microsoft.com/office/officeart/2005/8/layout/orgChart1"/>
    <dgm:cxn modelId="{052303A7-060B-4DFF-9826-778EC2C26C50}" type="presParOf" srcId="{C51D7938-F27C-4F37-B38E-38A48DB6BFA5}" destId="{C21949EA-5D5C-4AC4-8922-F043043636D7}" srcOrd="1" destOrd="0" presId="urn:microsoft.com/office/officeart/2005/8/layout/orgChart1"/>
    <dgm:cxn modelId="{AB8212C1-B833-4F6F-BB91-5384838D9D7E}" type="presParOf" srcId="{C51D7938-F27C-4F37-B38E-38A48DB6BFA5}" destId="{108A26CD-8131-4135-9177-82AC80EC3078}" srcOrd="2" destOrd="0" presId="urn:microsoft.com/office/officeart/2005/8/layout/orgChart1"/>
    <dgm:cxn modelId="{F1F56BDC-CE2F-4D2A-98DF-16097EDD33B9}" type="presParOf" srcId="{B407CE45-F52C-4861-A1C5-E03062B32CA8}" destId="{A519C17C-C07E-4F34-9251-EAEDA0555660}" srcOrd="4" destOrd="0" presId="urn:microsoft.com/office/officeart/2005/8/layout/orgChart1"/>
    <dgm:cxn modelId="{3179D025-FFC9-49A2-85B1-B8B5753FFE53}" type="presParOf" srcId="{B407CE45-F52C-4861-A1C5-E03062B32CA8}" destId="{4F62FBA7-BF95-48A2-B8A6-3A4EE6505FEF}" srcOrd="5" destOrd="0" presId="urn:microsoft.com/office/officeart/2005/8/layout/orgChart1"/>
    <dgm:cxn modelId="{5B9C5B0B-4289-477F-9932-FCFFD51AB1CF}" type="presParOf" srcId="{4F62FBA7-BF95-48A2-B8A6-3A4EE6505FEF}" destId="{109EC636-5404-4845-955A-BF3E90A8CBDA}" srcOrd="0" destOrd="0" presId="urn:microsoft.com/office/officeart/2005/8/layout/orgChart1"/>
    <dgm:cxn modelId="{DADC38C8-B18E-43C8-8487-4D2EF85052ED}" type="presParOf" srcId="{109EC636-5404-4845-955A-BF3E90A8CBDA}" destId="{8C66F302-00E8-4074-93BA-0D7C928EB871}" srcOrd="0" destOrd="0" presId="urn:microsoft.com/office/officeart/2005/8/layout/orgChart1"/>
    <dgm:cxn modelId="{2DEC66F4-7258-4284-B243-745072997F54}" type="presParOf" srcId="{109EC636-5404-4845-955A-BF3E90A8CBDA}" destId="{46E31A0A-D50D-4D24-9948-0FEFEF74C268}" srcOrd="1" destOrd="0" presId="urn:microsoft.com/office/officeart/2005/8/layout/orgChart1"/>
    <dgm:cxn modelId="{CF864E70-983C-4967-B02F-B65E1822075E}" type="presParOf" srcId="{4F62FBA7-BF95-48A2-B8A6-3A4EE6505FEF}" destId="{482E7F76-878E-43D0-9738-02FA351C5AB7}" srcOrd="1" destOrd="0" presId="urn:microsoft.com/office/officeart/2005/8/layout/orgChart1"/>
    <dgm:cxn modelId="{6075446C-9F6A-46BB-A482-B476560318ED}" type="presParOf" srcId="{4F62FBA7-BF95-48A2-B8A6-3A4EE6505FEF}" destId="{0808B970-51FF-4B53-979D-E77532EE6591}" srcOrd="2" destOrd="0" presId="urn:microsoft.com/office/officeart/2005/8/layout/orgChart1"/>
    <dgm:cxn modelId="{F9FA03BF-0D40-4C1F-B49A-A1EEE7DE9366}" type="presParOf" srcId="{B407CE45-F52C-4861-A1C5-E03062B32CA8}" destId="{BC08875D-F449-43D6-B984-4C9DDA928F56}" srcOrd="6" destOrd="0" presId="urn:microsoft.com/office/officeart/2005/8/layout/orgChart1"/>
    <dgm:cxn modelId="{25BD2A85-2920-41AB-B399-FBBD96BF4BC7}" type="presParOf" srcId="{B407CE45-F52C-4861-A1C5-E03062B32CA8}" destId="{4B653710-DAC8-4A05-913D-5090C82C1812}" srcOrd="7" destOrd="0" presId="urn:microsoft.com/office/officeart/2005/8/layout/orgChart1"/>
    <dgm:cxn modelId="{407AD7D9-216A-40FA-9CEE-28127D5AD14D}" type="presParOf" srcId="{4B653710-DAC8-4A05-913D-5090C82C1812}" destId="{D8F78487-9DC9-48C7-B708-B3B26372A5A4}" srcOrd="0" destOrd="0" presId="urn:microsoft.com/office/officeart/2005/8/layout/orgChart1"/>
    <dgm:cxn modelId="{BB11A0CE-4C7A-42E0-8D25-4D05CBEEF3AB}" type="presParOf" srcId="{D8F78487-9DC9-48C7-B708-B3B26372A5A4}" destId="{CBA0A8CB-657A-49D6-981B-996339A43329}" srcOrd="0" destOrd="0" presId="urn:microsoft.com/office/officeart/2005/8/layout/orgChart1"/>
    <dgm:cxn modelId="{818A26EB-6713-47B5-B3D8-BFACB6541074}" type="presParOf" srcId="{D8F78487-9DC9-48C7-B708-B3B26372A5A4}" destId="{1328C61D-7E21-4A73-9681-8BFD62CF4F6C}" srcOrd="1" destOrd="0" presId="urn:microsoft.com/office/officeart/2005/8/layout/orgChart1"/>
    <dgm:cxn modelId="{2F5924D1-A0E7-4554-837B-9986695C5330}" type="presParOf" srcId="{4B653710-DAC8-4A05-913D-5090C82C1812}" destId="{D945C313-A851-4323-8CB1-0230662B2FCA}" srcOrd="1" destOrd="0" presId="urn:microsoft.com/office/officeart/2005/8/layout/orgChart1"/>
    <dgm:cxn modelId="{B1EDE46D-9E23-42DF-9EC1-3E9C7D6DD03B}" type="presParOf" srcId="{4B653710-DAC8-4A05-913D-5090C82C1812}" destId="{DECFE3D2-0F10-4296-B2B1-FE20C2C7D859}" srcOrd="2" destOrd="0" presId="urn:microsoft.com/office/officeart/2005/8/layout/orgChart1"/>
    <dgm:cxn modelId="{42DC78B0-9C6A-45BE-9E83-676ADB875F18}" type="presParOf" srcId="{B407CE45-F52C-4861-A1C5-E03062B32CA8}" destId="{8554C0C5-D9D1-4474-9EA9-DBE3A642E579}" srcOrd="8" destOrd="0" presId="urn:microsoft.com/office/officeart/2005/8/layout/orgChart1"/>
    <dgm:cxn modelId="{11B15CCE-C72C-4D1C-9D38-F5347E9C823B}" type="presParOf" srcId="{B407CE45-F52C-4861-A1C5-E03062B32CA8}" destId="{1A4DBB38-D9B3-4578-93E8-85872C974DFE}" srcOrd="9" destOrd="0" presId="urn:microsoft.com/office/officeart/2005/8/layout/orgChart1"/>
    <dgm:cxn modelId="{38C773CF-5697-481C-9D17-F5747E1BBBA4}" type="presParOf" srcId="{1A4DBB38-D9B3-4578-93E8-85872C974DFE}" destId="{0187C97F-E00A-4C50-8FC0-A71FB83F8189}" srcOrd="0" destOrd="0" presId="urn:microsoft.com/office/officeart/2005/8/layout/orgChart1"/>
    <dgm:cxn modelId="{58E867D7-4A6A-4325-9BDD-23C17B7EB09C}" type="presParOf" srcId="{0187C97F-E00A-4C50-8FC0-A71FB83F8189}" destId="{7C3ECB28-0EFB-48EB-9495-E2498129183B}" srcOrd="0" destOrd="0" presId="urn:microsoft.com/office/officeart/2005/8/layout/orgChart1"/>
    <dgm:cxn modelId="{1D21E35B-8FBC-43C6-9C3B-BAFEF0754F62}" type="presParOf" srcId="{0187C97F-E00A-4C50-8FC0-A71FB83F8189}" destId="{226F6DFF-DD3C-4571-8749-DAED1E9F5E09}" srcOrd="1" destOrd="0" presId="urn:microsoft.com/office/officeart/2005/8/layout/orgChart1"/>
    <dgm:cxn modelId="{05D41076-0773-4525-912E-05D95D59ED88}" type="presParOf" srcId="{1A4DBB38-D9B3-4578-93E8-85872C974DFE}" destId="{6A9D10A1-62A9-4232-BA6F-C719937B7A1A}" srcOrd="1" destOrd="0" presId="urn:microsoft.com/office/officeart/2005/8/layout/orgChart1"/>
    <dgm:cxn modelId="{3CD63840-6CD4-4727-A127-EB17DD1E0D8F}" type="presParOf" srcId="{1A4DBB38-D9B3-4578-93E8-85872C974DFE}" destId="{A38C0FC8-EB3E-4A3D-A8D8-A45237668D83}" srcOrd="2" destOrd="0" presId="urn:microsoft.com/office/officeart/2005/8/layout/orgChart1"/>
    <dgm:cxn modelId="{88419FDE-3AD6-49D8-B5BA-8B5A337BBBAC}" type="presParOf" srcId="{B407CE45-F52C-4861-A1C5-E03062B32CA8}" destId="{D25FF97C-F4E6-471C-8FE9-C870E2DEBE42}" srcOrd="10" destOrd="0" presId="urn:microsoft.com/office/officeart/2005/8/layout/orgChart1"/>
    <dgm:cxn modelId="{D2D813E7-0B86-4847-AA96-99D4279D6DA2}" type="presParOf" srcId="{B407CE45-F52C-4861-A1C5-E03062B32CA8}" destId="{3C264091-5F21-4158-BBD3-B47E21FA1F31}" srcOrd="11" destOrd="0" presId="urn:microsoft.com/office/officeart/2005/8/layout/orgChart1"/>
    <dgm:cxn modelId="{E158B767-5D91-497B-B4BA-BD6C8F02FA03}" type="presParOf" srcId="{3C264091-5F21-4158-BBD3-B47E21FA1F31}" destId="{D7021564-6AC4-4C4F-92DE-5709641D13AA}" srcOrd="0" destOrd="0" presId="urn:microsoft.com/office/officeart/2005/8/layout/orgChart1"/>
    <dgm:cxn modelId="{435F2C9D-922D-44F9-9298-2A6E65F88616}" type="presParOf" srcId="{D7021564-6AC4-4C4F-92DE-5709641D13AA}" destId="{F194F224-BB72-45EB-AEBE-5056AD84BCD0}" srcOrd="0" destOrd="0" presId="urn:microsoft.com/office/officeart/2005/8/layout/orgChart1"/>
    <dgm:cxn modelId="{DF3EB8C5-4AF7-4B81-B484-26FCA5FCD7FD}" type="presParOf" srcId="{D7021564-6AC4-4C4F-92DE-5709641D13AA}" destId="{6780AB85-3D93-494B-A378-CE6B42EF9413}" srcOrd="1" destOrd="0" presId="urn:microsoft.com/office/officeart/2005/8/layout/orgChart1"/>
    <dgm:cxn modelId="{2733A1DB-AF02-4F74-9B24-9D076B81C27D}" type="presParOf" srcId="{3C264091-5F21-4158-BBD3-B47E21FA1F31}" destId="{1008958D-6F80-414E-9809-6751A0A26393}" srcOrd="1" destOrd="0" presId="urn:microsoft.com/office/officeart/2005/8/layout/orgChart1"/>
    <dgm:cxn modelId="{5EB5FD06-B22A-48FC-AF32-783B1F2333B6}" type="presParOf" srcId="{3C264091-5F21-4158-BBD3-B47E21FA1F31}" destId="{71BBCA8E-85AA-4877-A3E7-C45239ADF967}" srcOrd="2" destOrd="0" presId="urn:microsoft.com/office/officeart/2005/8/layout/orgChart1"/>
    <dgm:cxn modelId="{0B9D0BAE-B4DA-4150-B160-9546A72A2CA9}" type="presParOf" srcId="{22159869-6877-48FC-8021-A48424D0F123}" destId="{D0904AE4-3535-4ECE-BFCD-5C9F197EB40A}" srcOrd="2" destOrd="0" presId="urn:microsoft.com/office/officeart/2005/8/layout/orgChart1"/>
    <dgm:cxn modelId="{BA2BB683-B4C4-4FF2-93B5-0D38F2D15049}" type="presParOf" srcId="{D0904AE4-3535-4ECE-BFCD-5C9F197EB40A}" destId="{1C007966-4FAA-424A-92F5-524CE824D27B}" srcOrd="0" destOrd="0" presId="urn:microsoft.com/office/officeart/2005/8/layout/orgChart1"/>
    <dgm:cxn modelId="{2153F804-0C13-4FB6-A86F-1EB3BC705F3C}" type="presParOf" srcId="{D0904AE4-3535-4ECE-BFCD-5C9F197EB40A}" destId="{12878714-C0B5-4D4F-8526-5ADA818C1F00}" srcOrd="1" destOrd="0" presId="urn:microsoft.com/office/officeart/2005/8/layout/orgChart1"/>
    <dgm:cxn modelId="{4237F8B8-BB33-411E-9147-73C9844BD380}" type="presParOf" srcId="{12878714-C0B5-4D4F-8526-5ADA818C1F00}" destId="{EC76F2A6-5729-4D5A-9ADD-B02C97E78C46}" srcOrd="0" destOrd="0" presId="urn:microsoft.com/office/officeart/2005/8/layout/orgChart1"/>
    <dgm:cxn modelId="{595556A4-DC78-4C3C-9BD0-ECF6137C44EC}" type="presParOf" srcId="{EC76F2A6-5729-4D5A-9ADD-B02C97E78C46}" destId="{501622E8-D5E8-467F-B5E0-2CD670D2AD1F}" srcOrd="0" destOrd="0" presId="urn:microsoft.com/office/officeart/2005/8/layout/orgChart1"/>
    <dgm:cxn modelId="{962653BA-2BF8-4CB6-B840-D6C0D29E806C}" type="presParOf" srcId="{EC76F2A6-5729-4D5A-9ADD-B02C97E78C46}" destId="{416F421E-D16D-45A0-A66D-9BB55B410FAD}" srcOrd="1" destOrd="0" presId="urn:microsoft.com/office/officeart/2005/8/layout/orgChart1"/>
    <dgm:cxn modelId="{3BEED205-EED6-41EB-99CC-F30DB2ED6E3D}" type="presParOf" srcId="{12878714-C0B5-4D4F-8526-5ADA818C1F00}" destId="{BCCF8EDE-900B-4BB8-99C2-341D7EA9FDEC}" srcOrd="1" destOrd="0" presId="urn:microsoft.com/office/officeart/2005/8/layout/orgChart1"/>
    <dgm:cxn modelId="{F25F0395-3D2D-4652-BB73-B10C92A1ECD1}" type="presParOf" srcId="{12878714-C0B5-4D4F-8526-5ADA818C1F00}" destId="{0262E79A-3D2E-44D0-9A9E-E976BC77BC9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7E34A23-A5C1-4645-9908-CAD23F2B8E9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802842B-9B5D-4C67-93B2-19A040616BFA}">
      <dgm:prSet phldrT="[Texto]"/>
      <dgm:spPr/>
      <dgm:t>
        <a:bodyPr/>
        <a:lstStyle/>
        <a:p>
          <a:r>
            <a:rPr lang="es-MX" dirty="0"/>
            <a:t>Dirección General</a:t>
          </a:r>
        </a:p>
      </dgm:t>
    </dgm:pt>
    <dgm:pt modelId="{34CDDD16-05A5-410F-93C8-F16B7D93A230}" type="parTrans" cxnId="{5361D3CC-43EA-418F-82FF-D957EA2CC648}">
      <dgm:prSet/>
      <dgm:spPr/>
      <dgm:t>
        <a:bodyPr/>
        <a:lstStyle/>
        <a:p>
          <a:endParaRPr lang="es-MX"/>
        </a:p>
      </dgm:t>
    </dgm:pt>
    <dgm:pt modelId="{FC1F91E2-EA33-4F8F-994B-E5349229F5AE}" type="sibTrans" cxnId="{5361D3CC-43EA-418F-82FF-D957EA2CC648}">
      <dgm:prSet/>
      <dgm:spPr/>
      <dgm:t>
        <a:bodyPr/>
        <a:lstStyle/>
        <a:p>
          <a:endParaRPr lang="es-MX"/>
        </a:p>
      </dgm:t>
    </dgm:pt>
    <dgm:pt modelId="{72FB07B8-9DD2-4ACB-9EE1-E574CEE5EC7C}" type="asst">
      <dgm:prSet phldrT="[Texto]"/>
      <dgm:spPr/>
      <dgm:t>
        <a:bodyPr/>
        <a:lstStyle/>
        <a:p>
          <a:r>
            <a:rPr lang="es-MX" dirty="0"/>
            <a:t>Asesor Técnico</a:t>
          </a:r>
        </a:p>
      </dgm:t>
    </dgm:pt>
    <dgm:pt modelId="{9BA7B6D5-362C-4995-A0FD-9B4195FC05F0}" type="parTrans" cxnId="{E146D7BC-B396-434F-A402-FDC633649229}">
      <dgm:prSet/>
      <dgm:spPr/>
      <dgm:t>
        <a:bodyPr/>
        <a:lstStyle/>
        <a:p>
          <a:endParaRPr lang="es-MX"/>
        </a:p>
      </dgm:t>
    </dgm:pt>
    <dgm:pt modelId="{40CB4994-B5AC-4040-89B9-044FC4993312}" type="sibTrans" cxnId="{E146D7BC-B396-434F-A402-FDC633649229}">
      <dgm:prSet/>
      <dgm:spPr/>
      <dgm:t>
        <a:bodyPr/>
        <a:lstStyle/>
        <a:p>
          <a:endParaRPr lang="es-MX"/>
        </a:p>
      </dgm:t>
    </dgm:pt>
    <dgm:pt modelId="{A0D57E0E-1E5D-4B0D-95A7-4FA62E247056}">
      <dgm:prSet phldrT="[Texto]"/>
      <dgm:spPr/>
      <dgm:t>
        <a:bodyPr/>
        <a:lstStyle/>
        <a:p>
          <a:r>
            <a:rPr lang="es-MX" dirty="0"/>
            <a:t>Logística</a:t>
          </a:r>
        </a:p>
      </dgm:t>
    </dgm:pt>
    <dgm:pt modelId="{C908135A-8004-4D11-985D-ED4BD64E0F2C}" type="parTrans" cxnId="{9A39D7F6-8079-466D-AA4E-0CB351792AE8}">
      <dgm:prSet/>
      <dgm:spPr/>
      <dgm:t>
        <a:bodyPr/>
        <a:lstStyle/>
        <a:p>
          <a:endParaRPr lang="es-MX"/>
        </a:p>
      </dgm:t>
    </dgm:pt>
    <dgm:pt modelId="{E97157AE-D320-413B-BB6F-F614A3090594}" type="sibTrans" cxnId="{9A39D7F6-8079-466D-AA4E-0CB351792AE8}">
      <dgm:prSet/>
      <dgm:spPr/>
      <dgm:t>
        <a:bodyPr/>
        <a:lstStyle/>
        <a:p>
          <a:endParaRPr lang="es-MX"/>
        </a:p>
      </dgm:t>
    </dgm:pt>
    <dgm:pt modelId="{35044DB1-A4D8-4B6A-9E68-D58A93CAF0FE}">
      <dgm:prSet phldrT="[Texto]"/>
      <dgm:spPr/>
      <dgm:t>
        <a:bodyPr/>
        <a:lstStyle/>
        <a:p>
          <a:r>
            <a:rPr lang="es-MX" dirty="0"/>
            <a:t>Mantenimiento de Unidades</a:t>
          </a:r>
        </a:p>
      </dgm:t>
    </dgm:pt>
    <dgm:pt modelId="{55359D91-95B4-4DBD-970B-D3A7B4D119FE}" type="parTrans" cxnId="{E89A61D4-0CA9-4399-BD7F-A71F37138CBD}">
      <dgm:prSet/>
      <dgm:spPr/>
      <dgm:t>
        <a:bodyPr/>
        <a:lstStyle/>
        <a:p>
          <a:endParaRPr lang="es-MX"/>
        </a:p>
      </dgm:t>
    </dgm:pt>
    <dgm:pt modelId="{7E820F7C-41C5-4FC5-8AEB-F6E084F9269D}" type="sibTrans" cxnId="{E89A61D4-0CA9-4399-BD7F-A71F37138CBD}">
      <dgm:prSet/>
      <dgm:spPr/>
      <dgm:t>
        <a:bodyPr/>
        <a:lstStyle/>
        <a:p>
          <a:endParaRPr lang="es-MX"/>
        </a:p>
      </dgm:t>
    </dgm:pt>
    <dgm:pt modelId="{259FAAF5-6D90-47AA-B7F3-F3AA3D34E0A1}">
      <dgm:prSet phldrT="[Texto]"/>
      <dgm:spPr/>
      <dgm:t>
        <a:bodyPr/>
        <a:lstStyle/>
        <a:p>
          <a:r>
            <a:rPr lang="es-MX" dirty="0"/>
            <a:t>Seguridad</a:t>
          </a:r>
        </a:p>
      </dgm:t>
    </dgm:pt>
    <dgm:pt modelId="{D4C8F1DC-FA2B-4B6E-B8FE-915CEFAC292C}" type="parTrans" cxnId="{DB747AF4-AACB-41A5-AE99-2D13B1A8E9BC}">
      <dgm:prSet/>
      <dgm:spPr/>
      <dgm:t>
        <a:bodyPr/>
        <a:lstStyle/>
        <a:p>
          <a:endParaRPr lang="es-MX"/>
        </a:p>
      </dgm:t>
    </dgm:pt>
    <dgm:pt modelId="{7EB4277B-6D96-40C4-9F43-231780FA01D2}" type="sibTrans" cxnId="{DB747AF4-AACB-41A5-AE99-2D13B1A8E9BC}">
      <dgm:prSet/>
      <dgm:spPr/>
      <dgm:t>
        <a:bodyPr/>
        <a:lstStyle/>
        <a:p>
          <a:endParaRPr lang="es-MX"/>
        </a:p>
      </dgm:t>
    </dgm:pt>
    <dgm:pt modelId="{2DD0189C-2C8E-4860-81DC-7BCEFD67FED3}">
      <dgm:prSet phldrT="[Texto]"/>
      <dgm:spPr/>
      <dgm:t>
        <a:bodyPr/>
        <a:lstStyle/>
        <a:p>
          <a:r>
            <a:rPr lang="es-MX" dirty="0"/>
            <a:t>Admón. y Finanzas</a:t>
          </a:r>
        </a:p>
      </dgm:t>
    </dgm:pt>
    <dgm:pt modelId="{1C666AB2-8896-4970-A205-E7E283951163}" type="parTrans" cxnId="{03C5AC8D-C45D-4EBF-98BB-DDE74DA477D9}">
      <dgm:prSet/>
      <dgm:spPr/>
      <dgm:t>
        <a:bodyPr/>
        <a:lstStyle/>
        <a:p>
          <a:endParaRPr lang="es-MX"/>
        </a:p>
      </dgm:t>
    </dgm:pt>
    <dgm:pt modelId="{E3923116-765B-4A60-AC3D-A6BFA6984BD7}" type="sibTrans" cxnId="{03C5AC8D-C45D-4EBF-98BB-DDE74DA477D9}">
      <dgm:prSet/>
      <dgm:spPr/>
      <dgm:t>
        <a:bodyPr/>
        <a:lstStyle/>
        <a:p>
          <a:endParaRPr lang="es-MX"/>
        </a:p>
      </dgm:t>
    </dgm:pt>
    <dgm:pt modelId="{49BEF10E-9C60-4508-8D7A-15E07CB68CAB}" type="pres">
      <dgm:prSet presAssocID="{F7E34A23-A5C1-4645-9908-CAD23F2B8E9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FCF1128-7CDA-42A4-89BA-268ED3F9780E}" type="pres">
      <dgm:prSet presAssocID="{E802842B-9B5D-4C67-93B2-19A040616BFA}" presName="hierRoot1" presStyleCnt="0">
        <dgm:presLayoutVars>
          <dgm:hierBranch val="init"/>
        </dgm:presLayoutVars>
      </dgm:prSet>
      <dgm:spPr/>
    </dgm:pt>
    <dgm:pt modelId="{BD2423A5-2E9B-4272-9233-53AAB5FDF8C6}" type="pres">
      <dgm:prSet presAssocID="{E802842B-9B5D-4C67-93B2-19A040616BFA}" presName="rootComposite1" presStyleCnt="0"/>
      <dgm:spPr/>
    </dgm:pt>
    <dgm:pt modelId="{EE906758-C06C-4755-A90E-6EB9901E54E8}" type="pres">
      <dgm:prSet presAssocID="{E802842B-9B5D-4C67-93B2-19A040616BFA}" presName="rootText1" presStyleLbl="node0" presStyleIdx="0" presStyleCnt="1">
        <dgm:presLayoutVars>
          <dgm:chPref val="3"/>
        </dgm:presLayoutVars>
      </dgm:prSet>
      <dgm:spPr/>
    </dgm:pt>
    <dgm:pt modelId="{E1D3AB15-CEEF-451F-827D-671F82AE438B}" type="pres">
      <dgm:prSet presAssocID="{E802842B-9B5D-4C67-93B2-19A040616BFA}" presName="rootConnector1" presStyleLbl="node1" presStyleIdx="0" presStyleCnt="0"/>
      <dgm:spPr/>
    </dgm:pt>
    <dgm:pt modelId="{821E3216-750E-4135-AB22-FA5A8AD9F371}" type="pres">
      <dgm:prSet presAssocID="{E802842B-9B5D-4C67-93B2-19A040616BFA}" presName="hierChild2" presStyleCnt="0"/>
      <dgm:spPr/>
    </dgm:pt>
    <dgm:pt modelId="{B3259492-CF98-48D1-AE6B-E3CF5FA88C57}" type="pres">
      <dgm:prSet presAssocID="{C908135A-8004-4D11-985D-ED4BD64E0F2C}" presName="Name37" presStyleLbl="parChTrans1D2" presStyleIdx="0" presStyleCnt="5"/>
      <dgm:spPr/>
    </dgm:pt>
    <dgm:pt modelId="{87BE3EEA-150C-4BCB-BDB0-565439CE3AA6}" type="pres">
      <dgm:prSet presAssocID="{A0D57E0E-1E5D-4B0D-95A7-4FA62E247056}" presName="hierRoot2" presStyleCnt="0">
        <dgm:presLayoutVars>
          <dgm:hierBranch val="init"/>
        </dgm:presLayoutVars>
      </dgm:prSet>
      <dgm:spPr/>
    </dgm:pt>
    <dgm:pt modelId="{EBEE9482-A7E6-4338-B93D-77CFF985CEFF}" type="pres">
      <dgm:prSet presAssocID="{A0D57E0E-1E5D-4B0D-95A7-4FA62E247056}" presName="rootComposite" presStyleCnt="0"/>
      <dgm:spPr/>
    </dgm:pt>
    <dgm:pt modelId="{4D9A62FA-C251-4AF5-97CC-5511C70EE8A9}" type="pres">
      <dgm:prSet presAssocID="{A0D57E0E-1E5D-4B0D-95A7-4FA62E247056}" presName="rootText" presStyleLbl="node2" presStyleIdx="0" presStyleCnt="4">
        <dgm:presLayoutVars>
          <dgm:chPref val="3"/>
        </dgm:presLayoutVars>
      </dgm:prSet>
      <dgm:spPr/>
    </dgm:pt>
    <dgm:pt modelId="{1F4E5EB1-829E-4718-ACC6-734A147AB1E4}" type="pres">
      <dgm:prSet presAssocID="{A0D57E0E-1E5D-4B0D-95A7-4FA62E247056}" presName="rootConnector" presStyleLbl="node2" presStyleIdx="0" presStyleCnt="4"/>
      <dgm:spPr/>
    </dgm:pt>
    <dgm:pt modelId="{4D363A8F-BB24-4D2D-AADB-48F18FAC7B8A}" type="pres">
      <dgm:prSet presAssocID="{A0D57E0E-1E5D-4B0D-95A7-4FA62E247056}" presName="hierChild4" presStyleCnt="0"/>
      <dgm:spPr/>
    </dgm:pt>
    <dgm:pt modelId="{E3174AE9-B0FE-4719-AA7D-CF038D63C03D}" type="pres">
      <dgm:prSet presAssocID="{A0D57E0E-1E5D-4B0D-95A7-4FA62E247056}" presName="hierChild5" presStyleCnt="0"/>
      <dgm:spPr/>
    </dgm:pt>
    <dgm:pt modelId="{5FDB695C-D5CD-4DC8-9F97-830092E1592F}" type="pres">
      <dgm:prSet presAssocID="{55359D91-95B4-4DBD-970B-D3A7B4D119FE}" presName="Name37" presStyleLbl="parChTrans1D2" presStyleIdx="1" presStyleCnt="5"/>
      <dgm:spPr/>
    </dgm:pt>
    <dgm:pt modelId="{848F8796-7CC0-47D5-B1AA-153DBD4C3A57}" type="pres">
      <dgm:prSet presAssocID="{35044DB1-A4D8-4B6A-9E68-D58A93CAF0FE}" presName="hierRoot2" presStyleCnt="0">
        <dgm:presLayoutVars>
          <dgm:hierBranch val="init"/>
        </dgm:presLayoutVars>
      </dgm:prSet>
      <dgm:spPr/>
    </dgm:pt>
    <dgm:pt modelId="{6FA9488D-07EB-4DD1-A2DC-C77E733B7110}" type="pres">
      <dgm:prSet presAssocID="{35044DB1-A4D8-4B6A-9E68-D58A93CAF0FE}" presName="rootComposite" presStyleCnt="0"/>
      <dgm:spPr/>
    </dgm:pt>
    <dgm:pt modelId="{EA761CD2-30E6-43BB-B162-5D63BF3FFB07}" type="pres">
      <dgm:prSet presAssocID="{35044DB1-A4D8-4B6A-9E68-D58A93CAF0FE}" presName="rootText" presStyleLbl="node2" presStyleIdx="1" presStyleCnt="4">
        <dgm:presLayoutVars>
          <dgm:chPref val="3"/>
        </dgm:presLayoutVars>
      </dgm:prSet>
      <dgm:spPr/>
    </dgm:pt>
    <dgm:pt modelId="{4C915882-6B7E-4353-8EC9-DB3DE6956760}" type="pres">
      <dgm:prSet presAssocID="{35044DB1-A4D8-4B6A-9E68-D58A93CAF0FE}" presName="rootConnector" presStyleLbl="node2" presStyleIdx="1" presStyleCnt="4"/>
      <dgm:spPr/>
    </dgm:pt>
    <dgm:pt modelId="{88301FD1-EA2C-455D-A472-2C71A5241BA3}" type="pres">
      <dgm:prSet presAssocID="{35044DB1-A4D8-4B6A-9E68-D58A93CAF0FE}" presName="hierChild4" presStyleCnt="0"/>
      <dgm:spPr/>
    </dgm:pt>
    <dgm:pt modelId="{66BA6E6D-81D6-4842-BC7F-8254B9B26479}" type="pres">
      <dgm:prSet presAssocID="{35044DB1-A4D8-4B6A-9E68-D58A93CAF0FE}" presName="hierChild5" presStyleCnt="0"/>
      <dgm:spPr/>
    </dgm:pt>
    <dgm:pt modelId="{1144EE38-CC52-4F20-ABE7-2862089BD817}" type="pres">
      <dgm:prSet presAssocID="{D4C8F1DC-FA2B-4B6E-B8FE-915CEFAC292C}" presName="Name37" presStyleLbl="parChTrans1D2" presStyleIdx="2" presStyleCnt="5"/>
      <dgm:spPr/>
    </dgm:pt>
    <dgm:pt modelId="{CF6376F2-10F3-4EE3-AB85-F0686233C192}" type="pres">
      <dgm:prSet presAssocID="{259FAAF5-6D90-47AA-B7F3-F3AA3D34E0A1}" presName="hierRoot2" presStyleCnt="0">
        <dgm:presLayoutVars>
          <dgm:hierBranch val="init"/>
        </dgm:presLayoutVars>
      </dgm:prSet>
      <dgm:spPr/>
    </dgm:pt>
    <dgm:pt modelId="{A0CBF2B6-92AF-4225-AD73-E6F034888C1C}" type="pres">
      <dgm:prSet presAssocID="{259FAAF5-6D90-47AA-B7F3-F3AA3D34E0A1}" presName="rootComposite" presStyleCnt="0"/>
      <dgm:spPr/>
    </dgm:pt>
    <dgm:pt modelId="{1521E4A8-5E63-4015-8B25-EA12DEA76D0B}" type="pres">
      <dgm:prSet presAssocID="{259FAAF5-6D90-47AA-B7F3-F3AA3D34E0A1}" presName="rootText" presStyleLbl="node2" presStyleIdx="2" presStyleCnt="4">
        <dgm:presLayoutVars>
          <dgm:chPref val="3"/>
        </dgm:presLayoutVars>
      </dgm:prSet>
      <dgm:spPr/>
    </dgm:pt>
    <dgm:pt modelId="{73B67EE2-25C2-4296-88D2-B46C832D2492}" type="pres">
      <dgm:prSet presAssocID="{259FAAF5-6D90-47AA-B7F3-F3AA3D34E0A1}" presName="rootConnector" presStyleLbl="node2" presStyleIdx="2" presStyleCnt="4"/>
      <dgm:spPr/>
    </dgm:pt>
    <dgm:pt modelId="{A4A0CB07-EA4A-484C-866A-2043F588CA0A}" type="pres">
      <dgm:prSet presAssocID="{259FAAF5-6D90-47AA-B7F3-F3AA3D34E0A1}" presName="hierChild4" presStyleCnt="0"/>
      <dgm:spPr/>
    </dgm:pt>
    <dgm:pt modelId="{E39F6CA7-E211-4D60-90AC-ABD39265A1C6}" type="pres">
      <dgm:prSet presAssocID="{259FAAF5-6D90-47AA-B7F3-F3AA3D34E0A1}" presName="hierChild5" presStyleCnt="0"/>
      <dgm:spPr/>
    </dgm:pt>
    <dgm:pt modelId="{A7E4A2DD-FC39-4E88-8CB9-9F0DBD48D53F}" type="pres">
      <dgm:prSet presAssocID="{1C666AB2-8896-4970-A205-E7E283951163}" presName="Name37" presStyleLbl="parChTrans1D2" presStyleIdx="3" presStyleCnt="5"/>
      <dgm:spPr/>
    </dgm:pt>
    <dgm:pt modelId="{62131DB9-D640-4D79-9709-A71F64D1D44E}" type="pres">
      <dgm:prSet presAssocID="{2DD0189C-2C8E-4860-81DC-7BCEFD67FED3}" presName="hierRoot2" presStyleCnt="0">
        <dgm:presLayoutVars>
          <dgm:hierBranch val="init"/>
        </dgm:presLayoutVars>
      </dgm:prSet>
      <dgm:spPr/>
    </dgm:pt>
    <dgm:pt modelId="{3E9B9370-7651-4AAC-97A5-0CA8269E9E13}" type="pres">
      <dgm:prSet presAssocID="{2DD0189C-2C8E-4860-81DC-7BCEFD67FED3}" presName="rootComposite" presStyleCnt="0"/>
      <dgm:spPr/>
    </dgm:pt>
    <dgm:pt modelId="{C9D528DB-E6B1-46CF-B369-9B123946E92E}" type="pres">
      <dgm:prSet presAssocID="{2DD0189C-2C8E-4860-81DC-7BCEFD67FED3}" presName="rootText" presStyleLbl="node2" presStyleIdx="3" presStyleCnt="4">
        <dgm:presLayoutVars>
          <dgm:chPref val="3"/>
        </dgm:presLayoutVars>
      </dgm:prSet>
      <dgm:spPr/>
    </dgm:pt>
    <dgm:pt modelId="{D7269EB2-0B67-44C7-A195-0D8EC3CB9AE4}" type="pres">
      <dgm:prSet presAssocID="{2DD0189C-2C8E-4860-81DC-7BCEFD67FED3}" presName="rootConnector" presStyleLbl="node2" presStyleIdx="3" presStyleCnt="4"/>
      <dgm:spPr/>
    </dgm:pt>
    <dgm:pt modelId="{8625626D-45BF-4C90-BB05-F4EB31D261DD}" type="pres">
      <dgm:prSet presAssocID="{2DD0189C-2C8E-4860-81DC-7BCEFD67FED3}" presName="hierChild4" presStyleCnt="0"/>
      <dgm:spPr/>
    </dgm:pt>
    <dgm:pt modelId="{770945E0-59BE-4714-8751-E7B08FA7CAA4}" type="pres">
      <dgm:prSet presAssocID="{2DD0189C-2C8E-4860-81DC-7BCEFD67FED3}" presName="hierChild5" presStyleCnt="0"/>
      <dgm:spPr/>
    </dgm:pt>
    <dgm:pt modelId="{0EA9AF28-D1E0-449D-8836-E89BC7249087}" type="pres">
      <dgm:prSet presAssocID="{E802842B-9B5D-4C67-93B2-19A040616BFA}" presName="hierChild3" presStyleCnt="0"/>
      <dgm:spPr/>
    </dgm:pt>
    <dgm:pt modelId="{ECB6BA69-D086-4EE5-9A33-6072B034F8E4}" type="pres">
      <dgm:prSet presAssocID="{9BA7B6D5-362C-4995-A0FD-9B4195FC05F0}" presName="Name111" presStyleLbl="parChTrans1D2" presStyleIdx="4" presStyleCnt="5"/>
      <dgm:spPr/>
    </dgm:pt>
    <dgm:pt modelId="{A201EFAA-5ED8-4835-9E9D-26737E9C3E17}" type="pres">
      <dgm:prSet presAssocID="{72FB07B8-9DD2-4ACB-9EE1-E574CEE5EC7C}" presName="hierRoot3" presStyleCnt="0">
        <dgm:presLayoutVars>
          <dgm:hierBranch val="init"/>
        </dgm:presLayoutVars>
      </dgm:prSet>
      <dgm:spPr/>
    </dgm:pt>
    <dgm:pt modelId="{59C0808D-1E58-4C03-A02B-0F4CDE357E3B}" type="pres">
      <dgm:prSet presAssocID="{72FB07B8-9DD2-4ACB-9EE1-E574CEE5EC7C}" presName="rootComposite3" presStyleCnt="0"/>
      <dgm:spPr/>
    </dgm:pt>
    <dgm:pt modelId="{87265542-F81B-4ED4-BD4D-BDA58A7CA25C}" type="pres">
      <dgm:prSet presAssocID="{72FB07B8-9DD2-4ACB-9EE1-E574CEE5EC7C}" presName="rootText3" presStyleLbl="asst1" presStyleIdx="0" presStyleCnt="1">
        <dgm:presLayoutVars>
          <dgm:chPref val="3"/>
        </dgm:presLayoutVars>
      </dgm:prSet>
      <dgm:spPr/>
    </dgm:pt>
    <dgm:pt modelId="{436BBE4A-3CF8-4577-9ED3-7461646B6C0C}" type="pres">
      <dgm:prSet presAssocID="{72FB07B8-9DD2-4ACB-9EE1-E574CEE5EC7C}" presName="rootConnector3" presStyleLbl="asst1" presStyleIdx="0" presStyleCnt="1"/>
      <dgm:spPr/>
    </dgm:pt>
    <dgm:pt modelId="{68194832-9EBA-49EA-A9B3-D30B4FD7E076}" type="pres">
      <dgm:prSet presAssocID="{72FB07B8-9DD2-4ACB-9EE1-E574CEE5EC7C}" presName="hierChild6" presStyleCnt="0"/>
      <dgm:spPr/>
    </dgm:pt>
    <dgm:pt modelId="{EB60CB51-8E7D-45F8-9842-940CB8C5EDAF}" type="pres">
      <dgm:prSet presAssocID="{72FB07B8-9DD2-4ACB-9EE1-E574CEE5EC7C}" presName="hierChild7" presStyleCnt="0"/>
      <dgm:spPr/>
    </dgm:pt>
  </dgm:ptLst>
  <dgm:cxnLst>
    <dgm:cxn modelId="{40CBD101-2B03-4D6E-BD82-DB658037ED01}" type="presOf" srcId="{2DD0189C-2C8E-4860-81DC-7BCEFD67FED3}" destId="{C9D528DB-E6B1-46CF-B369-9B123946E92E}" srcOrd="0" destOrd="0" presId="urn:microsoft.com/office/officeart/2005/8/layout/orgChart1"/>
    <dgm:cxn modelId="{0E024904-A37A-4821-826A-23EEA4F0F4B7}" type="presOf" srcId="{259FAAF5-6D90-47AA-B7F3-F3AA3D34E0A1}" destId="{73B67EE2-25C2-4296-88D2-B46C832D2492}" srcOrd="1" destOrd="0" presId="urn:microsoft.com/office/officeart/2005/8/layout/orgChart1"/>
    <dgm:cxn modelId="{48CE9919-54FE-4242-A33D-87346CABF44A}" type="presOf" srcId="{2DD0189C-2C8E-4860-81DC-7BCEFD67FED3}" destId="{D7269EB2-0B67-44C7-A195-0D8EC3CB9AE4}" srcOrd="1" destOrd="0" presId="urn:microsoft.com/office/officeart/2005/8/layout/orgChart1"/>
    <dgm:cxn modelId="{C8260A1F-E72A-4132-BB41-74958059A684}" type="presOf" srcId="{F7E34A23-A5C1-4645-9908-CAD23F2B8E95}" destId="{49BEF10E-9C60-4508-8D7A-15E07CB68CAB}" srcOrd="0" destOrd="0" presId="urn:microsoft.com/office/officeart/2005/8/layout/orgChart1"/>
    <dgm:cxn modelId="{2EBDAF25-1EFB-4F47-8414-D8EE9CFBED36}" type="presOf" srcId="{D4C8F1DC-FA2B-4B6E-B8FE-915CEFAC292C}" destId="{1144EE38-CC52-4F20-ABE7-2862089BD817}" srcOrd="0" destOrd="0" presId="urn:microsoft.com/office/officeart/2005/8/layout/orgChart1"/>
    <dgm:cxn modelId="{B1B7BC32-B976-4D4B-899E-84C3A13686CC}" type="presOf" srcId="{A0D57E0E-1E5D-4B0D-95A7-4FA62E247056}" destId="{1F4E5EB1-829E-4718-ACC6-734A147AB1E4}" srcOrd="1" destOrd="0" presId="urn:microsoft.com/office/officeart/2005/8/layout/orgChart1"/>
    <dgm:cxn modelId="{6FE26F34-FB4C-4D93-91E1-93BCCD9EF077}" type="presOf" srcId="{A0D57E0E-1E5D-4B0D-95A7-4FA62E247056}" destId="{4D9A62FA-C251-4AF5-97CC-5511C70EE8A9}" srcOrd="0" destOrd="0" presId="urn:microsoft.com/office/officeart/2005/8/layout/orgChart1"/>
    <dgm:cxn modelId="{589CB23D-18F0-4BFF-9D41-DC75E007EE18}" type="presOf" srcId="{35044DB1-A4D8-4B6A-9E68-D58A93CAF0FE}" destId="{4C915882-6B7E-4353-8EC9-DB3DE6956760}" srcOrd="1" destOrd="0" presId="urn:microsoft.com/office/officeart/2005/8/layout/orgChart1"/>
    <dgm:cxn modelId="{5771FE47-B60D-4A8E-AAB9-7B68ED5EBF95}" type="presOf" srcId="{1C666AB2-8896-4970-A205-E7E283951163}" destId="{A7E4A2DD-FC39-4E88-8CB9-9F0DBD48D53F}" srcOrd="0" destOrd="0" presId="urn:microsoft.com/office/officeart/2005/8/layout/orgChart1"/>
    <dgm:cxn modelId="{EF452F69-958E-48B3-9672-C5C38132A4BF}" type="presOf" srcId="{35044DB1-A4D8-4B6A-9E68-D58A93CAF0FE}" destId="{EA761CD2-30E6-43BB-B162-5D63BF3FFB07}" srcOrd="0" destOrd="0" presId="urn:microsoft.com/office/officeart/2005/8/layout/orgChart1"/>
    <dgm:cxn modelId="{97C6634D-DF73-467C-B02B-1A36EE8329E8}" type="presOf" srcId="{72FB07B8-9DD2-4ACB-9EE1-E574CEE5EC7C}" destId="{436BBE4A-3CF8-4577-9ED3-7461646B6C0C}" srcOrd="1" destOrd="0" presId="urn:microsoft.com/office/officeart/2005/8/layout/orgChart1"/>
    <dgm:cxn modelId="{006BC06F-5CD1-4B10-9316-3DBAE4D2794B}" type="presOf" srcId="{E802842B-9B5D-4C67-93B2-19A040616BFA}" destId="{E1D3AB15-CEEF-451F-827D-671F82AE438B}" srcOrd="1" destOrd="0" presId="urn:microsoft.com/office/officeart/2005/8/layout/orgChart1"/>
    <dgm:cxn modelId="{4370F854-2CEB-47DF-8D11-FCE42A8105B5}" type="presOf" srcId="{259FAAF5-6D90-47AA-B7F3-F3AA3D34E0A1}" destId="{1521E4A8-5E63-4015-8B25-EA12DEA76D0B}" srcOrd="0" destOrd="0" presId="urn:microsoft.com/office/officeart/2005/8/layout/orgChart1"/>
    <dgm:cxn modelId="{DBA6447C-3CA1-46F0-845B-29E02A9E9BDF}" type="presOf" srcId="{E802842B-9B5D-4C67-93B2-19A040616BFA}" destId="{EE906758-C06C-4755-A90E-6EB9901E54E8}" srcOrd="0" destOrd="0" presId="urn:microsoft.com/office/officeart/2005/8/layout/orgChart1"/>
    <dgm:cxn modelId="{9AD13280-AF24-4061-A56F-C0DBEFAD9F77}" type="presOf" srcId="{55359D91-95B4-4DBD-970B-D3A7B4D119FE}" destId="{5FDB695C-D5CD-4DC8-9F97-830092E1592F}" srcOrd="0" destOrd="0" presId="urn:microsoft.com/office/officeart/2005/8/layout/orgChart1"/>
    <dgm:cxn modelId="{03C5AC8D-C45D-4EBF-98BB-DDE74DA477D9}" srcId="{E802842B-9B5D-4C67-93B2-19A040616BFA}" destId="{2DD0189C-2C8E-4860-81DC-7BCEFD67FED3}" srcOrd="4" destOrd="0" parTransId="{1C666AB2-8896-4970-A205-E7E283951163}" sibTransId="{E3923116-765B-4A60-AC3D-A6BFA6984BD7}"/>
    <dgm:cxn modelId="{68932E9A-2255-4FFE-B306-A342C6D5A2A6}" type="presOf" srcId="{72FB07B8-9DD2-4ACB-9EE1-E574CEE5EC7C}" destId="{87265542-F81B-4ED4-BD4D-BDA58A7CA25C}" srcOrd="0" destOrd="0" presId="urn:microsoft.com/office/officeart/2005/8/layout/orgChart1"/>
    <dgm:cxn modelId="{7CA71DB5-E2A5-4470-9771-46DD7B769877}" type="presOf" srcId="{9BA7B6D5-362C-4995-A0FD-9B4195FC05F0}" destId="{ECB6BA69-D086-4EE5-9A33-6072B034F8E4}" srcOrd="0" destOrd="0" presId="urn:microsoft.com/office/officeart/2005/8/layout/orgChart1"/>
    <dgm:cxn modelId="{E146D7BC-B396-434F-A402-FDC633649229}" srcId="{E802842B-9B5D-4C67-93B2-19A040616BFA}" destId="{72FB07B8-9DD2-4ACB-9EE1-E574CEE5EC7C}" srcOrd="0" destOrd="0" parTransId="{9BA7B6D5-362C-4995-A0FD-9B4195FC05F0}" sibTransId="{40CB4994-B5AC-4040-89B9-044FC4993312}"/>
    <dgm:cxn modelId="{5CE7CBC2-74AA-4A45-A6B9-B374DDD4FAA4}" type="presOf" srcId="{C908135A-8004-4D11-985D-ED4BD64E0F2C}" destId="{B3259492-CF98-48D1-AE6B-E3CF5FA88C57}" srcOrd="0" destOrd="0" presId="urn:microsoft.com/office/officeart/2005/8/layout/orgChart1"/>
    <dgm:cxn modelId="{5361D3CC-43EA-418F-82FF-D957EA2CC648}" srcId="{F7E34A23-A5C1-4645-9908-CAD23F2B8E95}" destId="{E802842B-9B5D-4C67-93B2-19A040616BFA}" srcOrd="0" destOrd="0" parTransId="{34CDDD16-05A5-410F-93C8-F16B7D93A230}" sibTransId="{FC1F91E2-EA33-4F8F-994B-E5349229F5AE}"/>
    <dgm:cxn modelId="{E89A61D4-0CA9-4399-BD7F-A71F37138CBD}" srcId="{E802842B-9B5D-4C67-93B2-19A040616BFA}" destId="{35044DB1-A4D8-4B6A-9E68-D58A93CAF0FE}" srcOrd="2" destOrd="0" parTransId="{55359D91-95B4-4DBD-970B-D3A7B4D119FE}" sibTransId="{7E820F7C-41C5-4FC5-8AEB-F6E084F9269D}"/>
    <dgm:cxn modelId="{DB747AF4-AACB-41A5-AE99-2D13B1A8E9BC}" srcId="{E802842B-9B5D-4C67-93B2-19A040616BFA}" destId="{259FAAF5-6D90-47AA-B7F3-F3AA3D34E0A1}" srcOrd="3" destOrd="0" parTransId="{D4C8F1DC-FA2B-4B6E-B8FE-915CEFAC292C}" sibTransId="{7EB4277B-6D96-40C4-9F43-231780FA01D2}"/>
    <dgm:cxn modelId="{9A39D7F6-8079-466D-AA4E-0CB351792AE8}" srcId="{E802842B-9B5D-4C67-93B2-19A040616BFA}" destId="{A0D57E0E-1E5D-4B0D-95A7-4FA62E247056}" srcOrd="1" destOrd="0" parTransId="{C908135A-8004-4D11-985D-ED4BD64E0F2C}" sibTransId="{E97157AE-D320-413B-BB6F-F614A3090594}"/>
    <dgm:cxn modelId="{CF6D155E-3DA2-476E-B884-E5F228BE0CA7}" type="presParOf" srcId="{49BEF10E-9C60-4508-8D7A-15E07CB68CAB}" destId="{7FCF1128-7CDA-42A4-89BA-268ED3F9780E}" srcOrd="0" destOrd="0" presId="urn:microsoft.com/office/officeart/2005/8/layout/orgChart1"/>
    <dgm:cxn modelId="{F4E22C8A-B664-4C14-BCE0-76D81BDB9F15}" type="presParOf" srcId="{7FCF1128-7CDA-42A4-89BA-268ED3F9780E}" destId="{BD2423A5-2E9B-4272-9233-53AAB5FDF8C6}" srcOrd="0" destOrd="0" presId="urn:microsoft.com/office/officeart/2005/8/layout/orgChart1"/>
    <dgm:cxn modelId="{FC0AE4B9-5381-4A61-8694-03DB9F45B91C}" type="presParOf" srcId="{BD2423A5-2E9B-4272-9233-53AAB5FDF8C6}" destId="{EE906758-C06C-4755-A90E-6EB9901E54E8}" srcOrd="0" destOrd="0" presId="urn:microsoft.com/office/officeart/2005/8/layout/orgChart1"/>
    <dgm:cxn modelId="{40549615-EB51-46E8-8A3D-95980A9041E4}" type="presParOf" srcId="{BD2423A5-2E9B-4272-9233-53AAB5FDF8C6}" destId="{E1D3AB15-CEEF-451F-827D-671F82AE438B}" srcOrd="1" destOrd="0" presId="urn:microsoft.com/office/officeart/2005/8/layout/orgChart1"/>
    <dgm:cxn modelId="{B5C1AC61-91CC-4ECA-AB95-BAC3438AC254}" type="presParOf" srcId="{7FCF1128-7CDA-42A4-89BA-268ED3F9780E}" destId="{821E3216-750E-4135-AB22-FA5A8AD9F371}" srcOrd="1" destOrd="0" presId="urn:microsoft.com/office/officeart/2005/8/layout/orgChart1"/>
    <dgm:cxn modelId="{22D1FCEC-446D-4D54-8D7E-8DB020C2243E}" type="presParOf" srcId="{821E3216-750E-4135-AB22-FA5A8AD9F371}" destId="{B3259492-CF98-48D1-AE6B-E3CF5FA88C57}" srcOrd="0" destOrd="0" presId="urn:microsoft.com/office/officeart/2005/8/layout/orgChart1"/>
    <dgm:cxn modelId="{CDBB5A04-7ED3-4C24-A123-A12789F99934}" type="presParOf" srcId="{821E3216-750E-4135-AB22-FA5A8AD9F371}" destId="{87BE3EEA-150C-4BCB-BDB0-565439CE3AA6}" srcOrd="1" destOrd="0" presId="urn:microsoft.com/office/officeart/2005/8/layout/orgChart1"/>
    <dgm:cxn modelId="{AC0326C4-8083-42D7-8022-70BBF9607712}" type="presParOf" srcId="{87BE3EEA-150C-4BCB-BDB0-565439CE3AA6}" destId="{EBEE9482-A7E6-4338-B93D-77CFF985CEFF}" srcOrd="0" destOrd="0" presId="urn:microsoft.com/office/officeart/2005/8/layout/orgChart1"/>
    <dgm:cxn modelId="{310A710E-B69C-44E8-BEF1-B688BEB414E9}" type="presParOf" srcId="{EBEE9482-A7E6-4338-B93D-77CFF985CEFF}" destId="{4D9A62FA-C251-4AF5-97CC-5511C70EE8A9}" srcOrd="0" destOrd="0" presId="urn:microsoft.com/office/officeart/2005/8/layout/orgChart1"/>
    <dgm:cxn modelId="{568D0383-97A3-4525-8C15-D6D7F180090A}" type="presParOf" srcId="{EBEE9482-A7E6-4338-B93D-77CFF985CEFF}" destId="{1F4E5EB1-829E-4718-ACC6-734A147AB1E4}" srcOrd="1" destOrd="0" presId="urn:microsoft.com/office/officeart/2005/8/layout/orgChart1"/>
    <dgm:cxn modelId="{FB26AB98-EFAA-472D-81C6-671B0F1F09CE}" type="presParOf" srcId="{87BE3EEA-150C-4BCB-BDB0-565439CE3AA6}" destId="{4D363A8F-BB24-4D2D-AADB-48F18FAC7B8A}" srcOrd="1" destOrd="0" presId="urn:microsoft.com/office/officeart/2005/8/layout/orgChart1"/>
    <dgm:cxn modelId="{9FFC4384-8F68-4534-B83F-562B26B9C307}" type="presParOf" srcId="{87BE3EEA-150C-4BCB-BDB0-565439CE3AA6}" destId="{E3174AE9-B0FE-4719-AA7D-CF038D63C03D}" srcOrd="2" destOrd="0" presId="urn:microsoft.com/office/officeart/2005/8/layout/orgChart1"/>
    <dgm:cxn modelId="{5382D38D-3207-40BE-ACD9-235E4A711EA9}" type="presParOf" srcId="{821E3216-750E-4135-AB22-FA5A8AD9F371}" destId="{5FDB695C-D5CD-4DC8-9F97-830092E1592F}" srcOrd="2" destOrd="0" presId="urn:microsoft.com/office/officeart/2005/8/layout/orgChart1"/>
    <dgm:cxn modelId="{041736D6-45CB-4655-9A44-5FFA5523B000}" type="presParOf" srcId="{821E3216-750E-4135-AB22-FA5A8AD9F371}" destId="{848F8796-7CC0-47D5-B1AA-153DBD4C3A57}" srcOrd="3" destOrd="0" presId="urn:microsoft.com/office/officeart/2005/8/layout/orgChart1"/>
    <dgm:cxn modelId="{525206E7-172C-4D9A-9D90-A2013E23CF33}" type="presParOf" srcId="{848F8796-7CC0-47D5-B1AA-153DBD4C3A57}" destId="{6FA9488D-07EB-4DD1-A2DC-C77E733B7110}" srcOrd="0" destOrd="0" presId="urn:microsoft.com/office/officeart/2005/8/layout/orgChart1"/>
    <dgm:cxn modelId="{18B9126C-D203-497A-9B5B-9D1DF3610AC9}" type="presParOf" srcId="{6FA9488D-07EB-4DD1-A2DC-C77E733B7110}" destId="{EA761CD2-30E6-43BB-B162-5D63BF3FFB07}" srcOrd="0" destOrd="0" presId="urn:microsoft.com/office/officeart/2005/8/layout/orgChart1"/>
    <dgm:cxn modelId="{249FBCB8-0883-4DA3-83E3-40089816156D}" type="presParOf" srcId="{6FA9488D-07EB-4DD1-A2DC-C77E733B7110}" destId="{4C915882-6B7E-4353-8EC9-DB3DE6956760}" srcOrd="1" destOrd="0" presId="urn:microsoft.com/office/officeart/2005/8/layout/orgChart1"/>
    <dgm:cxn modelId="{F914696A-6371-45B5-A192-9FB5B47D876E}" type="presParOf" srcId="{848F8796-7CC0-47D5-B1AA-153DBD4C3A57}" destId="{88301FD1-EA2C-455D-A472-2C71A5241BA3}" srcOrd="1" destOrd="0" presId="urn:microsoft.com/office/officeart/2005/8/layout/orgChart1"/>
    <dgm:cxn modelId="{3EF73E78-E346-441A-9CE5-389123425AB5}" type="presParOf" srcId="{848F8796-7CC0-47D5-B1AA-153DBD4C3A57}" destId="{66BA6E6D-81D6-4842-BC7F-8254B9B26479}" srcOrd="2" destOrd="0" presId="urn:microsoft.com/office/officeart/2005/8/layout/orgChart1"/>
    <dgm:cxn modelId="{3AF71815-7926-498C-8A14-BDCDDC3C8F95}" type="presParOf" srcId="{821E3216-750E-4135-AB22-FA5A8AD9F371}" destId="{1144EE38-CC52-4F20-ABE7-2862089BD817}" srcOrd="4" destOrd="0" presId="urn:microsoft.com/office/officeart/2005/8/layout/orgChart1"/>
    <dgm:cxn modelId="{3D87EF04-4D32-4578-8D64-07C2CAC068DE}" type="presParOf" srcId="{821E3216-750E-4135-AB22-FA5A8AD9F371}" destId="{CF6376F2-10F3-4EE3-AB85-F0686233C192}" srcOrd="5" destOrd="0" presId="urn:microsoft.com/office/officeart/2005/8/layout/orgChart1"/>
    <dgm:cxn modelId="{72E2BFC7-5A8C-41D9-873D-9F443B8DE461}" type="presParOf" srcId="{CF6376F2-10F3-4EE3-AB85-F0686233C192}" destId="{A0CBF2B6-92AF-4225-AD73-E6F034888C1C}" srcOrd="0" destOrd="0" presId="urn:microsoft.com/office/officeart/2005/8/layout/orgChart1"/>
    <dgm:cxn modelId="{060A4371-5923-4ABF-952F-0BFC4C6F1ED0}" type="presParOf" srcId="{A0CBF2B6-92AF-4225-AD73-E6F034888C1C}" destId="{1521E4A8-5E63-4015-8B25-EA12DEA76D0B}" srcOrd="0" destOrd="0" presId="urn:microsoft.com/office/officeart/2005/8/layout/orgChart1"/>
    <dgm:cxn modelId="{4D215486-E49E-4471-8155-5C906F57FB82}" type="presParOf" srcId="{A0CBF2B6-92AF-4225-AD73-E6F034888C1C}" destId="{73B67EE2-25C2-4296-88D2-B46C832D2492}" srcOrd="1" destOrd="0" presId="urn:microsoft.com/office/officeart/2005/8/layout/orgChart1"/>
    <dgm:cxn modelId="{BA7C90BE-2D68-42B7-8220-32B2AF515E92}" type="presParOf" srcId="{CF6376F2-10F3-4EE3-AB85-F0686233C192}" destId="{A4A0CB07-EA4A-484C-866A-2043F588CA0A}" srcOrd="1" destOrd="0" presId="urn:microsoft.com/office/officeart/2005/8/layout/orgChart1"/>
    <dgm:cxn modelId="{FD81A4E5-52EA-448E-8257-47EE1D2EDF26}" type="presParOf" srcId="{CF6376F2-10F3-4EE3-AB85-F0686233C192}" destId="{E39F6CA7-E211-4D60-90AC-ABD39265A1C6}" srcOrd="2" destOrd="0" presId="urn:microsoft.com/office/officeart/2005/8/layout/orgChart1"/>
    <dgm:cxn modelId="{B4FF84DB-FF9C-43F2-BD42-014E5D9676B2}" type="presParOf" srcId="{821E3216-750E-4135-AB22-FA5A8AD9F371}" destId="{A7E4A2DD-FC39-4E88-8CB9-9F0DBD48D53F}" srcOrd="6" destOrd="0" presId="urn:microsoft.com/office/officeart/2005/8/layout/orgChart1"/>
    <dgm:cxn modelId="{5C6FDDD2-7781-4185-91DA-A85DC311E644}" type="presParOf" srcId="{821E3216-750E-4135-AB22-FA5A8AD9F371}" destId="{62131DB9-D640-4D79-9709-A71F64D1D44E}" srcOrd="7" destOrd="0" presId="urn:microsoft.com/office/officeart/2005/8/layout/orgChart1"/>
    <dgm:cxn modelId="{E1160325-A52E-4929-9186-BB921ACBACE4}" type="presParOf" srcId="{62131DB9-D640-4D79-9709-A71F64D1D44E}" destId="{3E9B9370-7651-4AAC-97A5-0CA8269E9E13}" srcOrd="0" destOrd="0" presId="urn:microsoft.com/office/officeart/2005/8/layout/orgChart1"/>
    <dgm:cxn modelId="{4C25B30E-9999-4E3F-861B-DCA1832B8ABD}" type="presParOf" srcId="{3E9B9370-7651-4AAC-97A5-0CA8269E9E13}" destId="{C9D528DB-E6B1-46CF-B369-9B123946E92E}" srcOrd="0" destOrd="0" presId="urn:microsoft.com/office/officeart/2005/8/layout/orgChart1"/>
    <dgm:cxn modelId="{E223A455-E031-48FB-BB14-12884C3D2109}" type="presParOf" srcId="{3E9B9370-7651-4AAC-97A5-0CA8269E9E13}" destId="{D7269EB2-0B67-44C7-A195-0D8EC3CB9AE4}" srcOrd="1" destOrd="0" presId="urn:microsoft.com/office/officeart/2005/8/layout/orgChart1"/>
    <dgm:cxn modelId="{AEBFD59F-D3D4-485A-94C2-9DC88117E7E0}" type="presParOf" srcId="{62131DB9-D640-4D79-9709-A71F64D1D44E}" destId="{8625626D-45BF-4C90-BB05-F4EB31D261DD}" srcOrd="1" destOrd="0" presId="urn:microsoft.com/office/officeart/2005/8/layout/orgChart1"/>
    <dgm:cxn modelId="{831DFC65-949B-4526-9ACB-55323E72652C}" type="presParOf" srcId="{62131DB9-D640-4D79-9709-A71F64D1D44E}" destId="{770945E0-59BE-4714-8751-E7B08FA7CAA4}" srcOrd="2" destOrd="0" presId="urn:microsoft.com/office/officeart/2005/8/layout/orgChart1"/>
    <dgm:cxn modelId="{6B2B0206-784A-442B-8308-EB44604A016C}" type="presParOf" srcId="{7FCF1128-7CDA-42A4-89BA-268ED3F9780E}" destId="{0EA9AF28-D1E0-449D-8836-E89BC7249087}" srcOrd="2" destOrd="0" presId="urn:microsoft.com/office/officeart/2005/8/layout/orgChart1"/>
    <dgm:cxn modelId="{0900AF48-6603-4EB2-B5CC-8F63AE53ABB0}" type="presParOf" srcId="{0EA9AF28-D1E0-449D-8836-E89BC7249087}" destId="{ECB6BA69-D086-4EE5-9A33-6072B034F8E4}" srcOrd="0" destOrd="0" presId="urn:microsoft.com/office/officeart/2005/8/layout/orgChart1"/>
    <dgm:cxn modelId="{7E0BE053-E806-4D52-A022-D9D4570F812F}" type="presParOf" srcId="{0EA9AF28-D1E0-449D-8836-E89BC7249087}" destId="{A201EFAA-5ED8-4835-9E9D-26737E9C3E17}" srcOrd="1" destOrd="0" presId="urn:microsoft.com/office/officeart/2005/8/layout/orgChart1"/>
    <dgm:cxn modelId="{F8AC082E-7A20-4988-8E4A-04364A0F9E05}" type="presParOf" srcId="{A201EFAA-5ED8-4835-9E9D-26737E9C3E17}" destId="{59C0808D-1E58-4C03-A02B-0F4CDE357E3B}" srcOrd="0" destOrd="0" presId="urn:microsoft.com/office/officeart/2005/8/layout/orgChart1"/>
    <dgm:cxn modelId="{9338C9E8-A57F-40D1-8CBA-C2652E447EA1}" type="presParOf" srcId="{59C0808D-1E58-4C03-A02B-0F4CDE357E3B}" destId="{87265542-F81B-4ED4-BD4D-BDA58A7CA25C}" srcOrd="0" destOrd="0" presId="urn:microsoft.com/office/officeart/2005/8/layout/orgChart1"/>
    <dgm:cxn modelId="{EF60726A-FDC8-4D21-921E-3A6E1B98FF75}" type="presParOf" srcId="{59C0808D-1E58-4C03-A02B-0F4CDE357E3B}" destId="{436BBE4A-3CF8-4577-9ED3-7461646B6C0C}" srcOrd="1" destOrd="0" presId="urn:microsoft.com/office/officeart/2005/8/layout/orgChart1"/>
    <dgm:cxn modelId="{DAE8CE34-7E47-4921-9112-46A9295468C3}" type="presParOf" srcId="{A201EFAA-5ED8-4835-9E9D-26737E9C3E17}" destId="{68194832-9EBA-49EA-A9B3-D30B4FD7E076}" srcOrd="1" destOrd="0" presId="urn:microsoft.com/office/officeart/2005/8/layout/orgChart1"/>
    <dgm:cxn modelId="{75C47A62-59F0-427F-A497-1F5B5004ABCC}" type="presParOf" srcId="{A201EFAA-5ED8-4835-9E9D-26737E9C3E17}" destId="{EB60CB51-8E7D-45F8-9842-940CB8C5EDA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7E34A23-A5C1-4645-9908-CAD23F2B8E9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802842B-9B5D-4C67-93B2-19A040616BFA}">
      <dgm:prSet phldrT="[Texto]"/>
      <dgm:spPr/>
      <dgm:t>
        <a:bodyPr/>
        <a:lstStyle/>
        <a:p>
          <a:r>
            <a:rPr lang="es-MX" dirty="0"/>
            <a:t>Logística</a:t>
          </a:r>
        </a:p>
      </dgm:t>
    </dgm:pt>
    <dgm:pt modelId="{34CDDD16-05A5-410F-93C8-F16B7D93A230}" type="parTrans" cxnId="{5361D3CC-43EA-418F-82FF-D957EA2CC648}">
      <dgm:prSet/>
      <dgm:spPr/>
      <dgm:t>
        <a:bodyPr/>
        <a:lstStyle/>
        <a:p>
          <a:endParaRPr lang="es-MX"/>
        </a:p>
      </dgm:t>
    </dgm:pt>
    <dgm:pt modelId="{FC1F91E2-EA33-4F8F-994B-E5349229F5AE}" type="sibTrans" cxnId="{5361D3CC-43EA-418F-82FF-D957EA2CC648}">
      <dgm:prSet/>
      <dgm:spPr/>
      <dgm:t>
        <a:bodyPr/>
        <a:lstStyle/>
        <a:p>
          <a:endParaRPr lang="es-MX"/>
        </a:p>
      </dgm:t>
    </dgm:pt>
    <dgm:pt modelId="{A0D57E0E-1E5D-4B0D-95A7-4FA62E247056}">
      <dgm:prSet phldrT="[Texto]"/>
      <dgm:spPr/>
      <dgm:t>
        <a:bodyPr/>
        <a:lstStyle/>
        <a:p>
          <a:r>
            <a:rPr lang="es-MX" dirty="0"/>
            <a:t>Operadores</a:t>
          </a:r>
        </a:p>
      </dgm:t>
    </dgm:pt>
    <dgm:pt modelId="{C908135A-8004-4D11-985D-ED4BD64E0F2C}" type="parTrans" cxnId="{9A39D7F6-8079-466D-AA4E-0CB351792AE8}">
      <dgm:prSet/>
      <dgm:spPr/>
      <dgm:t>
        <a:bodyPr/>
        <a:lstStyle/>
        <a:p>
          <a:endParaRPr lang="es-MX"/>
        </a:p>
      </dgm:t>
    </dgm:pt>
    <dgm:pt modelId="{E97157AE-D320-413B-BB6F-F614A3090594}" type="sibTrans" cxnId="{9A39D7F6-8079-466D-AA4E-0CB351792AE8}">
      <dgm:prSet/>
      <dgm:spPr/>
      <dgm:t>
        <a:bodyPr/>
        <a:lstStyle/>
        <a:p>
          <a:endParaRPr lang="es-MX"/>
        </a:p>
      </dgm:t>
    </dgm:pt>
    <dgm:pt modelId="{35044DB1-A4D8-4B6A-9E68-D58A93CAF0FE}">
      <dgm:prSet phldrT="[Texto]"/>
      <dgm:spPr/>
      <dgm:t>
        <a:bodyPr/>
        <a:lstStyle/>
        <a:p>
          <a:r>
            <a:rPr lang="es-MX" dirty="0"/>
            <a:t>Patio</a:t>
          </a:r>
        </a:p>
      </dgm:t>
    </dgm:pt>
    <dgm:pt modelId="{55359D91-95B4-4DBD-970B-D3A7B4D119FE}" type="parTrans" cxnId="{E89A61D4-0CA9-4399-BD7F-A71F37138CBD}">
      <dgm:prSet/>
      <dgm:spPr/>
      <dgm:t>
        <a:bodyPr/>
        <a:lstStyle/>
        <a:p>
          <a:endParaRPr lang="es-MX"/>
        </a:p>
      </dgm:t>
    </dgm:pt>
    <dgm:pt modelId="{7E820F7C-41C5-4FC5-8AEB-F6E084F9269D}" type="sibTrans" cxnId="{E89A61D4-0CA9-4399-BD7F-A71F37138CBD}">
      <dgm:prSet/>
      <dgm:spPr/>
      <dgm:t>
        <a:bodyPr/>
        <a:lstStyle/>
        <a:p>
          <a:endParaRPr lang="es-MX"/>
        </a:p>
      </dgm:t>
    </dgm:pt>
    <dgm:pt modelId="{259FAAF5-6D90-47AA-B7F3-F3AA3D34E0A1}">
      <dgm:prSet phldrT="[Texto]"/>
      <dgm:spPr/>
      <dgm:t>
        <a:bodyPr/>
        <a:lstStyle/>
        <a:p>
          <a:r>
            <a:rPr lang="es-MX" dirty="0"/>
            <a:t>Lavado</a:t>
          </a:r>
        </a:p>
      </dgm:t>
    </dgm:pt>
    <dgm:pt modelId="{D4C8F1DC-FA2B-4B6E-B8FE-915CEFAC292C}" type="parTrans" cxnId="{DB747AF4-AACB-41A5-AE99-2D13B1A8E9BC}">
      <dgm:prSet/>
      <dgm:spPr/>
      <dgm:t>
        <a:bodyPr/>
        <a:lstStyle/>
        <a:p>
          <a:endParaRPr lang="es-MX"/>
        </a:p>
      </dgm:t>
    </dgm:pt>
    <dgm:pt modelId="{7EB4277B-6D96-40C4-9F43-231780FA01D2}" type="sibTrans" cxnId="{DB747AF4-AACB-41A5-AE99-2D13B1A8E9BC}">
      <dgm:prSet/>
      <dgm:spPr/>
      <dgm:t>
        <a:bodyPr/>
        <a:lstStyle/>
        <a:p>
          <a:endParaRPr lang="es-MX"/>
        </a:p>
      </dgm:t>
    </dgm:pt>
    <dgm:pt modelId="{2DD0189C-2C8E-4860-81DC-7BCEFD67FED3}">
      <dgm:prSet phldrT="[Texto]"/>
      <dgm:spPr/>
      <dgm:t>
        <a:bodyPr/>
        <a:lstStyle/>
        <a:p>
          <a:r>
            <a:rPr lang="es-MX" dirty="0"/>
            <a:t>Fumigación</a:t>
          </a:r>
        </a:p>
      </dgm:t>
    </dgm:pt>
    <dgm:pt modelId="{1C666AB2-8896-4970-A205-E7E283951163}" type="parTrans" cxnId="{03C5AC8D-C45D-4EBF-98BB-DDE74DA477D9}">
      <dgm:prSet/>
      <dgm:spPr/>
      <dgm:t>
        <a:bodyPr/>
        <a:lstStyle/>
        <a:p>
          <a:endParaRPr lang="es-MX"/>
        </a:p>
      </dgm:t>
    </dgm:pt>
    <dgm:pt modelId="{E3923116-765B-4A60-AC3D-A6BFA6984BD7}" type="sibTrans" cxnId="{03C5AC8D-C45D-4EBF-98BB-DDE74DA477D9}">
      <dgm:prSet/>
      <dgm:spPr/>
      <dgm:t>
        <a:bodyPr/>
        <a:lstStyle/>
        <a:p>
          <a:endParaRPr lang="es-MX"/>
        </a:p>
      </dgm:t>
    </dgm:pt>
    <dgm:pt modelId="{49BEF10E-9C60-4508-8D7A-15E07CB68CAB}" type="pres">
      <dgm:prSet presAssocID="{F7E34A23-A5C1-4645-9908-CAD23F2B8E9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FCF1128-7CDA-42A4-89BA-268ED3F9780E}" type="pres">
      <dgm:prSet presAssocID="{E802842B-9B5D-4C67-93B2-19A040616BFA}" presName="hierRoot1" presStyleCnt="0">
        <dgm:presLayoutVars>
          <dgm:hierBranch val="init"/>
        </dgm:presLayoutVars>
      </dgm:prSet>
      <dgm:spPr/>
    </dgm:pt>
    <dgm:pt modelId="{BD2423A5-2E9B-4272-9233-53AAB5FDF8C6}" type="pres">
      <dgm:prSet presAssocID="{E802842B-9B5D-4C67-93B2-19A040616BFA}" presName="rootComposite1" presStyleCnt="0"/>
      <dgm:spPr/>
    </dgm:pt>
    <dgm:pt modelId="{EE906758-C06C-4755-A90E-6EB9901E54E8}" type="pres">
      <dgm:prSet presAssocID="{E802842B-9B5D-4C67-93B2-19A040616BFA}" presName="rootText1" presStyleLbl="node0" presStyleIdx="0" presStyleCnt="1">
        <dgm:presLayoutVars>
          <dgm:chPref val="3"/>
        </dgm:presLayoutVars>
      </dgm:prSet>
      <dgm:spPr/>
    </dgm:pt>
    <dgm:pt modelId="{E1D3AB15-CEEF-451F-827D-671F82AE438B}" type="pres">
      <dgm:prSet presAssocID="{E802842B-9B5D-4C67-93B2-19A040616BFA}" presName="rootConnector1" presStyleLbl="node1" presStyleIdx="0" presStyleCnt="0"/>
      <dgm:spPr/>
    </dgm:pt>
    <dgm:pt modelId="{821E3216-750E-4135-AB22-FA5A8AD9F371}" type="pres">
      <dgm:prSet presAssocID="{E802842B-9B5D-4C67-93B2-19A040616BFA}" presName="hierChild2" presStyleCnt="0"/>
      <dgm:spPr/>
    </dgm:pt>
    <dgm:pt modelId="{B3259492-CF98-48D1-AE6B-E3CF5FA88C57}" type="pres">
      <dgm:prSet presAssocID="{C908135A-8004-4D11-985D-ED4BD64E0F2C}" presName="Name37" presStyleLbl="parChTrans1D2" presStyleIdx="0" presStyleCnt="2"/>
      <dgm:spPr/>
    </dgm:pt>
    <dgm:pt modelId="{87BE3EEA-150C-4BCB-BDB0-565439CE3AA6}" type="pres">
      <dgm:prSet presAssocID="{A0D57E0E-1E5D-4B0D-95A7-4FA62E247056}" presName="hierRoot2" presStyleCnt="0">
        <dgm:presLayoutVars>
          <dgm:hierBranch val="init"/>
        </dgm:presLayoutVars>
      </dgm:prSet>
      <dgm:spPr/>
    </dgm:pt>
    <dgm:pt modelId="{EBEE9482-A7E6-4338-B93D-77CFF985CEFF}" type="pres">
      <dgm:prSet presAssocID="{A0D57E0E-1E5D-4B0D-95A7-4FA62E247056}" presName="rootComposite" presStyleCnt="0"/>
      <dgm:spPr/>
    </dgm:pt>
    <dgm:pt modelId="{4D9A62FA-C251-4AF5-97CC-5511C70EE8A9}" type="pres">
      <dgm:prSet presAssocID="{A0D57E0E-1E5D-4B0D-95A7-4FA62E247056}" presName="rootText" presStyleLbl="node2" presStyleIdx="0" presStyleCnt="2">
        <dgm:presLayoutVars>
          <dgm:chPref val="3"/>
        </dgm:presLayoutVars>
      </dgm:prSet>
      <dgm:spPr/>
    </dgm:pt>
    <dgm:pt modelId="{1F4E5EB1-829E-4718-ACC6-734A147AB1E4}" type="pres">
      <dgm:prSet presAssocID="{A0D57E0E-1E5D-4B0D-95A7-4FA62E247056}" presName="rootConnector" presStyleLbl="node2" presStyleIdx="0" presStyleCnt="2"/>
      <dgm:spPr/>
    </dgm:pt>
    <dgm:pt modelId="{4D363A8F-BB24-4D2D-AADB-48F18FAC7B8A}" type="pres">
      <dgm:prSet presAssocID="{A0D57E0E-1E5D-4B0D-95A7-4FA62E247056}" presName="hierChild4" presStyleCnt="0"/>
      <dgm:spPr/>
    </dgm:pt>
    <dgm:pt modelId="{E3174AE9-B0FE-4719-AA7D-CF038D63C03D}" type="pres">
      <dgm:prSet presAssocID="{A0D57E0E-1E5D-4B0D-95A7-4FA62E247056}" presName="hierChild5" presStyleCnt="0"/>
      <dgm:spPr/>
    </dgm:pt>
    <dgm:pt modelId="{5FDB695C-D5CD-4DC8-9F97-830092E1592F}" type="pres">
      <dgm:prSet presAssocID="{55359D91-95B4-4DBD-970B-D3A7B4D119FE}" presName="Name37" presStyleLbl="parChTrans1D2" presStyleIdx="1" presStyleCnt="2"/>
      <dgm:spPr/>
    </dgm:pt>
    <dgm:pt modelId="{848F8796-7CC0-47D5-B1AA-153DBD4C3A57}" type="pres">
      <dgm:prSet presAssocID="{35044DB1-A4D8-4B6A-9E68-D58A93CAF0FE}" presName="hierRoot2" presStyleCnt="0">
        <dgm:presLayoutVars>
          <dgm:hierBranch val="init"/>
        </dgm:presLayoutVars>
      </dgm:prSet>
      <dgm:spPr/>
    </dgm:pt>
    <dgm:pt modelId="{6FA9488D-07EB-4DD1-A2DC-C77E733B7110}" type="pres">
      <dgm:prSet presAssocID="{35044DB1-A4D8-4B6A-9E68-D58A93CAF0FE}" presName="rootComposite" presStyleCnt="0"/>
      <dgm:spPr/>
    </dgm:pt>
    <dgm:pt modelId="{EA761CD2-30E6-43BB-B162-5D63BF3FFB07}" type="pres">
      <dgm:prSet presAssocID="{35044DB1-A4D8-4B6A-9E68-D58A93CAF0FE}" presName="rootText" presStyleLbl="node2" presStyleIdx="1" presStyleCnt="2">
        <dgm:presLayoutVars>
          <dgm:chPref val="3"/>
        </dgm:presLayoutVars>
      </dgm:prSet>
      <dgm:spPr/>
    </dgm:pt>
    <dgm:pt modelId="{4C915882-6B7E-4353-8EC9-DB3DE6956760}" type="pres">
      <dgm:prSet presAssocID="{35044DB1-A4D8-4B6A-9E68-D58A93CAF0FE}" presName="rootConnector" presStyleLbl="node2" presStyleIdx="1" presStyleCnt="2"/>
      <dgm:spPr/>
    </dgm:pt>
    <dgm:pt modelId="{88301FD1-EA2C-455D-A472-2C71A5241BA3}" type="pres">
      <dgm:prSet presAssocID="{35044DB1-A4D8-4B6A-9E68-D58A93CAF0FE}" presName="hierChild4" presStyleCnt="0"/>
      <dgm:spPr/>
    </dgm:pt>
    <dgm:pt modelId="{1144EE38-CC52-4F20-ABE7-2862089BD817}" type="pres">
      <dgm:prSet presAssocID="{D4C8F1DC-FA2B-4B6E-B8FE-915CEFAC292C}" presName="Name37" presStyleLbl="parChTrans1D3" presStyleIdx="0" presStyleCnt="2"/>
      <dgm:spPr/>
    </dgm:pt>
    <dgm:pt modelId="{CF6376F2-10F3-4EE3-AB85-F0686233C192}" type="pres">
      <dgm:prSet presAssocID="{259FAAF5-6D90-47AA-B7F3-F3AA3D34E0A1}" presName="hierRoot2" presStyleCnt="0">
        <dgm:presLayoutVars>
          <dgm:hierBranch val="init"/>
        </dgm:presLayoutVars>
      </dgm:prSet>
      <dgm:spPr/>
    </dgm:pt>
    <dgm:pt modelId="{A0CBF2B6-92AF-4225-AD73-E6F034888C1C}" type="pres">
      <dgm:prSet presAssocID="{259FAAF5-6D90-47AA-B7F3-F3AA3D34E0A1}" presName="rootComposite" presStyleCnt="0"/>
      <dgm:spPr/>
    </dgm:pt>
    <dgm:pt modelId="{1521E4A8-5E63-4015-8B25-EA12DEA76D0B}" type="pres">
      <dgm:prSet presAssocID="{259FAAF5-6D90-47AA-B7F3-F3AA3D34E0A1}" presName="rootText" presStyleLbl="node3" presStyleIdx="0" presStyleCnt="2">
        <dgm:presLayoutVars>
          <dgm:chPref val="3"/>
        </dgm:presLayoutVars>
      </dgm:prSet>
      <dgm:spPr/>
    </dgm:pt>
    <dgm:pt modelId="{73B67EE2-25C2-4296-88D2-B46C832D2492}" type="pres">
      <dgm:prSet presAssocID="{259FAAF5-6D90-47AA-B7F3-F3AA3D34E0A1}" presName="rootConnector" presStyleLbl="node3" presStyleIdx="0" presStyleCnt="2"/>
      <dgm:spPr/>
    </dgm:pt>
    <dgm:pt modelId="{A4A0CB07-EA4A-484C-866A-2043F588CA0A}" type="pres">
      <dgm:prSet presAssocID="{259FAAF5-6D90-47AA-B7F3-F3AA3D34E0A1}" presName="hierChild4" presStyleCnt="0"/>
      <dgm:spPr/>
    </dgm:pt>
    <dgm:pt modelId="{E39F6CA7-E211-4D60-90AC-ABD39265A1C6}" type="pres">
      <dgm:prSet presAssocID="{259FAAF5-6D90-47AA-B7F3-F3AA3D34E0A1}" presName="hierChild5" presStyleCnt="0"/>
      <dgm:spPr/>
    </dgm:pt>
    <dgm:pt modelId="{A7E4A2DD-FC39-4E88-8CB9-9F0DBD48D53F}" type="pres">
      <dgm:prSet presAssocID="{1C666AB2-8896-4970-A205-E7E283951163}" presName="Name37" presStyleLbl="parChTrans1D3" presStyleIdx="1" presStyleCnt="2"/>
      <dgm:spPr/>
    </dgm:pt>
    <dgm:pt modelId="{62131DB9-D640-4D79-9709-A71F64D1D44E}" type="pres">
      <dgm:prSet presAssocID="{2DD0189C-2C8E-4860-81DC-7BCEFD67FED3}" presName="hierRoot2" presStyleCnt="0">
        <dgm:presLayoutVars>
          <dgm:hierBranch val="init"/>
        </dgm:presLayoutVars>
      </dgm:prSet>
      <dgm:spPr/>
    </dgm:pt>
    <dgm:pt modelId="{3E9B9370-7651-4AAC-97A5-0CA8269E9E13}" type="pres">
      <dgm:prSet presAssocID="{2DD0189C-2C8E-4860-81DC-7BCEFD67FED3}" presName="rootComposite" presStyleCnt="0"/>
      <dgm:spPr/>
    </dgm:pt>
    <dgm:pt modelId="{C9D528DB-E6B1-46CF-B369-9B123946E92E}" type="pres">
      <dgm:prSet presAssocID="{2DD0189C-2C8E-4860-81DC-7BCEFD67FED3}" presName="rootText" presStyleLbl="node3" presStyleIdx="1" presStyleCnt="2">
        <dgm:presLayoutVars>
          <dgm:chPref val="3"/>
        </dgm:presLayoutVars>
      </dgm:prSet>
      <dgm:spPr/>
    </dgm:pt>
    <dgm:pt modelId="{D7269EB2-0B67-44C7-A195-0D8EC3CB9AE4}" type="pres">
      <dgm:prSet presAssocID="{2DD0189C-2C8E-4860-81DC-7BCEFD67FED3}" presName="rootConnector" presStyleLbl="node3" presStyleIdx="1" presStyleCnt="2"/>
      <dgm:spPr/>
    </dgm:pt>
    <dgm:pt modelId="{8625626D-45BF-4C90-BB05-F4EB31D261DD}" type="pres">
      <dgm:prSet presAssocID="{2DD0189C-2C8E-4860-81DC-7BCEFD67FED3}" presName="hierChild4" presStyleCnt="0"/>
      <dgm:spPr/>
    </dgm:pt>
    <dgm:pt modelId="{770945E0-59BE-4714-8751-E7B08FA7CAA4}" type="pres">
      <dgm:prSet presAssocID="{2DD0189C-2C8E-4860-81DC-7BCEFD67FED3}" presName="hierChild5" presStyleCnt="0"/>
      <dgm:spPr/>
    </dgm:pt>
    <dgm:pt modelId="{66BA6E6D-81D6-4842-BC7F-8254B9B26479}" type="pres">
      <dgm:prSet presAssocID="{35044DB1-A4D8-4B6A-9E68-D58A93CAF0FE}" presName="hierChild5" presStyleCnt="0"/>
      <dgm:spPr/>
    </dgm:pt>
    <dgm:pt modelId="{0EA9AF28-D1E0-449D-8836-E89BC7249087}" type="pres">
      <dgm:prSet presAssocID="{E802842B-9B5D-4C67-93B2-19A040616BFA}" presName="hierChild3" presStyleCnt="0"/>
      <dgm:spPr/>
    </dgm:pt>
  </dgm:ptLst>
  <dgm:cxnLst>
    <dgm:cxn modelId="{BA84E203-5FAD-4B39-BEBC-3F2724899944}" type="presOf" srcId="{A0D57E0E-1E5D-4B0D-95A7-4FA62E247056}" destId="{4D9A62FA-C251-4AF5-97CC-5511C70EE8A9}" srcOrd="0" destOrd="0" presId="urn:microsoft.com/office/officeart/2005/8/layout/orgChart1"/>
    <dgm:cxn modelId="{27018A0E-B0C2-410B-A5BA-FB867F1C7BBC}" type="presOf" srcId="{55359D91-95B4-4DBD-970B-D3A7B4D119FE}" destId="{5FDB695C-D5CD-4DC8-9F97-830092E1592F}" srcOrd="0" destOrd="0" presId="urn:microsoft.com/office/officeart/2005/8/layout/orgChart1"/>
    <dgm:cxn modelId="{DC10491D-7080-4872-8078-0FCF5B6DBEFC}" type="presOf" srcId="{D4C8F1DC-FA2B-4B6E-B8FE-915CEFAC292C}" destId="{1144EE38-CC52-4F20-ABE7-2862089BD817}" srcOrd="0" destOrd="0" presId="urn:microsoft.com/office/officeart/2005/8/layout/orgChart1"/>
    <dgm:cxn modelId="{C8260A1F-E72A-4132-BB41-74958059A684}" type="presOf" srcId="{F7E34A23-A5C1-4645-9908-CAD23F2B8E95}" destId="{49BEF10E-9C60-4508-8D7A-15E07CB68CAB}" srcOrd="0" destOrd="0" presId="urn:microsoft.com/office/officeart/2005/8/layout/orgChart1"/>
    <dgm:cxn modelId="{F676FC32-54E3-46AD-A662-82464815984E}" type="presOf" srcId="{35044DB1-A4D8-4B6A-9E68-D58A93CAF0FE}" destId="{4C915882-6B7E-4353-8EC9-DB3DE6956760}" srcOrd="1" destOrd="0" presId="urn:microsoft.com/office/officeart/2005/8/layout/orgChart1"/>
    <dgm:cxn modelId="{006BC06F-5CD1-4B10-9316-3DBAE4D2794B}" type="presOf" srcId="{E802842B-9B5D-4C67-93B2-19A040616BFA}" destId="{E1D3AB15-CEEF-451F-827D-671F82AE438B}" srcOrd="1" destOrd="0" presId="urn:microsoft.com/office/officeart/2005/8/layout/orgChart1"/>
    <dgm:cxn modelId="{DBA6447C-3CA1-46F0-845B-29E02A9E9BDF}" type="presOf" srcId="{E802842B-9B5D-4C67-93B2-19A040616BFA}" destId="{EE906758-C06C-4755-A90E-6EB9901E54E8}" srcOrd="0" destOrd="0" presId="urn:microsoft.com/office/officeart/2005/8/layout/orgChart1"/>
    <dgm:cxn modelId="{D5A40F7F-B00A-41A5-B4BC-30730BF3684B}" type="presOf" srcId="{35044DB1-A4D8-4B6A-9E68-D58A93CAF0FE}" destId="{EA761CD2-30E6-43BB-B162-5D63BF3FFB07}" srcOrd="0" destOrd="0" presId="urn:microsoft.com/office/officeart/2005/8/layout/orgChart1"/>
    <dgm:cxn modelId="{03C5AC8D-C45D-4EBF-98BB-DDE74DA477D9}" srcId="{35044DB1-A4D8-4B6A-9E68-D58A93CAF0FE}" destId="{2DD0189C-2C8E-4860-81DC-7BCEFD67FED3}" srcOrd="1" destOrd="0" parTransId="{1C666AB2-8896-4970-A205-E7E283951163}" sibTransId="{E3923116-765B-4A60-AC3D-A6BFA6984BD7}"/>
    <dgm:cxn modelId="{59DAE6AA-8931-4248-8C94-098D5C102DFD}" type="presOf" srcId="{259FAAF5-6D90-47AA-B7F3-F3AA3D34E0A1}" destId="{73B67EE2-25C2-4296-88D2-B46C832D2492}" srcOrd="1" destOrd="0" presId="urn:microsoft.com/office/officeart/2005/8/layout/orgChart1"/>
    <dgm:cxn modelId="{6D5162B7-14D4-4BE3-9C60-739FEE59DC72}" type="presOf" srcId="{1C666AB2-8896-4970-A205-E7E283951163}" destId="{A7E4A2DD-FC39-4E88-8CB9-9F0DBD48D53F}" srcOrd="0" destOrd="0" presId="urn:microsoft.com/office/officeart/2005/8/layout/orgChart1"/>
    <dgm:cxn modelId="{0CAF74B7-4214-4D2A-8405-5FC60E8162C3}" type="presOf" srcId="{C908135A-8004-4D11-985D-ED4BD64E0F2C}" destId="{B3259492-CF98-48D1-AE6B-E3CF5FA88C57}" srcOrd="0" destOrd="0" presId="urn:microsoft.com/office/officeart/2005/8/layout/orgChart1"/>
    <dgm:cxn modelId="{5361D3CC-43EA-418F-82FF-D957EA2CC648}" srcId="{F7E34A23-A5C1-4645-9908-CAD23F2B8E95}" destId="{E802842B-9B5D-4C67-93B2-19A040616BFA}" srcOrd="0" destOrd="0" parTransId="{34CDDD16-05A5-410F-93C8-F16B7D93A230}" sibTransId="{FC1F91E2-EA33-4F8F-994B-E5349229F5AE}"/>
    <dgm:cxn modelId="{BCED8DCD-26C1-4B94-8BB2-8E1469153DAB}" type="presOf" srcId="{2DD0189C-2C8E-4860-81DC-7BCEFD67FED3}" destId="{D7269EB2-0B67-44C7-A195-0D8EC3CB9AE4}" srcOrd="1" destOrd="0" presId="urn:microsoft.com/office/officeart/2005/8/layout/orgChart1"/>
    <dgm:cxn modelId="{443415D0-918F-45BC-A752-BB50816FDBB1}" type="presOf" srcId="{A0D57E0E-1E5D-4B0D-95A7-4FA62E247056}" destId="{1F4E5EB1-829E-4718-ACC6-734A147AB1E4}" srcOrd="1" destOrd="0" presId="urn:microsoft.com/office/officeart/2005/8/layout/orgChart1"/>
    <dgm:cxn modelId="{E89A61D4-0CA9-4399-BD7F-A71F37138CBD}" srcId="{E802842B-9B5D-4C67-93B2-19A040616BFA}" destId="{35044DB1-A4D8-4B6A-9E68-D58A93CAF0FE}" srcOrd="1" destOrd="0" parTransId="{55359D91-95B4-4DBD-970B-D3A7B4D119FE}" sibTransId="{7E820F7C-41C5-4FC5-8AEB-F6E084F9269D}"/>
    <dgm:cxn modelId="{4DF98BD5-3FFC-4ED4-B877-AAE0B3FAC3B6}" type="presOf" srcId="{259FAAF5-6D90-47AA-B7F3-F3AA3D34E0A1}" destId="{1521E4A8-5E63-4015-8B25-EA12DEA76D0B}" srcOrd="0" destOrd="0" presId="urn:microsoft.com/office/officeart/2005/8/layout/orgChart1"/>
    <dgm:cxn modelId="{DB747AF4-AACB-41A5-AE99-2D13B1A8E9BC}" srcId="{35044DB1-A4D8-4B6A-9E68-D58A93CAF0FE}" destId="{259FAAF5-6D90-47AA-B7F3-F3AA3D34E0A1}" srcOrd="0" destOrd="0" parTransId="{D4C8F1DC-FA2B-4B6E-B8FE-915CEFAC292C}" sibTransId="{7EB4277B-6D96-40C4-9F43-231780FA01D2}"/>
    <dgm:cxn modelId="{9A39D7F6-8079-466D-AA4E-0CB351792AE8}" srcId="{E802842B-9B5D-4C67-93B2-19A040616BFA}" destId="{A0D57E0E-1E5D-4B0D-95A7-4FA62E247056}" srcOrd="0" destOrd="0" parTransId="{C908135A-8004-4D11-985D-ED4BD64E0F2C}" sibTransId="{E97157AE-D320-413B-BB6F-F614A3090594}"/>
    <dgm:cxn modelId="{457B34FD-E227-4F10-9CE3-A14AEC836143}" type="presOf" srcId="{2DD0189C-2C8E-4860-81DC-7BCEFD67FED3}" destId="{C9D528DB-E6B1-46CF-B369-9B123946E92E}" srcOrd="0" destOrd="0" presId="urn:microsoft.com/office/officeart/2005/8/layout/orgChart1"/>
    <dgm:cxn modelId="{CF6D155E-3DA2-476E-B884-E5F228BE0CA7}" type="presParOf" srcId="{49BEF10E-9C60-4508-8D7A-15E07CB68CAB}" destId="{7FCF1128-7CDA-42A4-89BA-268ED3F9780E}" srcOrd="0" destOrd="0" presId="urn:microsoft.com/office/officeart/2005/8/layout/orgChart1"/>
    <dgm:cxn modelId="{F4E22C8A-B664-4C14-BCE0-76D81BDB9F15}" type="presParOf" srcId="{7FCF1128-7CDA-42A4-89BA-268ED3F9780E}" destId="{BD2423A5-2E9B-4272-9233-53AAB5FDF8C6}" srcOrd="0" destOrd="0" presId="urn:microsoft.com/office/officeart/2005/8/layout/orgChart1"/>
    <dgm:cxn modelId="{FC0AE4B9-5381-4A61-8694-03DB9F45B91C}" type="presParOf" srcId="{BD2423A5-2E9B-4272-9233-53AAB5FDF8C6}" destId="{EE906758-C06C-4755-A90E-6EB9901E54E8}" srcOrd="0" destOrd="0" presId="urn:microsoft.com/office/officeart/2005/8/layout/orgChart1"/>
    <dgm:cxn modelId="{40549615-EB51-46E8-8A3D-95980A9041E4}" type="presParOf" srcId="{BD2423A5-2E9B-4272-9233-53AAB5FDF8C6}" destId="{E1D3AB15-CEEF-451F-827D-671F82AE438B}" srcOrd="1" destOrd="0" presId="urn:microsoft.com/office/officeart/2005/8/layout/orgChart1"/>
    <dgm:cxn modelId="{B5C1AC61-91CC-4ECA-AB95-BAC3438AC254}" type="presParOf" srcId="{7FCF1128-7CDA-42A4-89BA-268ED3F9780E}" destId="{821E3216-750E-4135-AB22-FA5A8AD9F371}" srcOrd="1" destOrd="0" presId="urn:microsoft.com/office/officeart/2005/8/layout/orgChart1"/>
    <dgm:cxn modelId="{07A7C077-5914-48C0-BF83-5790A20BDA61}" type="presParOf" srcId="{821E3216-750E-4135-AB22-FA5A8AD9F371}" destId="{B3259492-CF98-48D1-AE6B-E3CF5FA88C57}" srcOrd="0" destOrd="0" presId="urn:microsoft.com/office/officeart/2005/8/layout/orgChart1"/>
    <dgm:cxn modelId="{8F539AC1-E25C-4599-8F34-66AE5BE163FD}" type="presParOf" srcId="{821E3216-750E-4135-AB22-FA5A8AD9F371}" destId="{87BE3EEA-150C-4BCB-BDB0-565439CE3AA6}" srcOrd="1" destOrd="0" presId="urn:microsoft.com/office/officeart/2005/8/layout/orgChart1"/>
    <dgm:cxn modelId="{F5278654-FE8D-41A3-A035-700FA8F7E7C3}" type="presParOf" srcId="{87BE3EEA-150C-4BCB-BDB0-565439CE3AA6}" destId="{EBEE9482-A7E6-4338-B93D-77CFF985CEFF}" srcOrd="0" destOrd="0" presId="urn:microsoft.com/office/officeart/2005/8/layout/orgChart1"/>
    <dgm:cxn modelId="{7435FF12-7FA5-497D-A69B-85DCF4EDD0AB}" type="presParOf" srcId="{EBEE9482-A7E6-4338-B93D-77CFF985CEFF}" destId="{4D9A62FA-C251-4AF5-97CC-5511C70EE8A9}" srcOrd="0" destOrd="0" presId="urn:microsoft.com/office/officeart/2005/8/layout/orgChart1"/>
    <dgm:cxn modelId="{4C4774C6-209E-44A4-B0E9-1CE0AF00B0B8}" type="presParOf" srcId="{EBEE9482-A7E6-4338-B93D-77CFF985CEFF}" destId="{1F4E5EB1-829E-4718-ACC6-734A147AB1E4}" srcOrd="1" destOrd="0" presId="urn:microsoft.com/office/officeart/2005/8/layout/orgChart1"/>
    <dgm:cxn modelId="{3C9F998C-7893-4D64-8F1C-49EBE5B78480}" type="presParOf" srcId="{87BE3EEA-150C-4BCB-BDB0-565439CE3AA6}" destId="{4D363A8F-BB24-4D2D-AADB-48F18FAC7B8A}" srcOrd="1" destOrd="0" presId="urn:microsoft.com/office/officeart/2005/8/layout/orgChart1"/>
    <dgm:cxn modelId="{45644257-D04A-4891-B1AC-B7981524ED3B}" type="presParOf" srcId="{87BE3EEA-150C-4BCB-BDB0-565439CE3AA6}" destId="{E3174AE9-B0FE-4719-AA7D-CF038D63C03D}" srcOrd="2" destOrd="0" presId="urn:microsoft.com/office/officeart/2005/8/layout/orgChart1"/>
    <dgm:cxn modelId="{A9C35730-7E0F-4DA5-B125-ED0A80EB8FCD}" type="presParOf" srcId="{821E3216-750E-4135-AB22-FA5A8AD9F371}" destId="{5FDB695C-D5CD-4DC8-9F97-830092E1592F}" srcOrd="2" destOrd="0" presId="urn:microsoft.com/office/officeart/2005/8/layout/orgChart1"/>
    <dgm:cxn modelId="{A049DDA8-BB9C-4F44-A670-AB0A43675AAA}" type="presParOf" srcId="{821E3216-750E-4135-AB22-FA5A8AD9F371}" destId="{848F8796-7CC0-47D5-B1AA-153DBD4C3A57}" srcOrd="3" destOrd="0" presId="urn:microsoft.com/office/officeart/2005/8/layout/orgChart1"/>
    <dgm:cxn modelId="{F2C2792B-AEEA-47FC-A49E-310F62955E16}" type="presParOf" srcId="{848F8796-7CC0-47D5-B1AA-153DBD4C3A57}" destId="{6FA9488D-07EB-4DD1-A2DC-C77E733B7110}" srcOrd="0" destOrd="0" presId="urn:microsoft.com/office/officeart/2005/8/layout/orgChart1"/>
    <dgm:cxn modelId="{9FBB70AF-8C24-4302-A226-9C249E196DE9}" type="presParOf" srcId="{6FA9488D-07EB-4DD1-A2DC-C77E733B7110}" destId="{EA761CD2-30E6-43BB-B162-5D63BF3FFB07}" srcOrd="0" destOrd="0" presId="urn:microsoft.com/office/officeart/2005/8/layout/orgChart1"/>
    <dgm:cxn modelId="{ED24C18F-7D25-48DC-B855-45CC7BDC9408}" type="presParOf" srcId="{6FA9488D-07EB-4DD1-A2DC-C77E733B7110}" destId="{4C915882-6B7E-4353-8EC9-DB3DE6956760}" srcOrd="1" destOrd="0" presId="urn:microsoft.com/office/officeart/2005/8/layout/orgChart1"/>
    <dgm:cxn modelId="{AC7B97F1-8031-412A-92C6-FA4312A5CAFF}" type="presParOf" srcId="{848F8796-7CC0-47D5-B1AA-153DBD4C3A57}" destId="{88301FD1-EA2C-455D-A472-2C71A5241BA3}" srcOrd="1" destOrd="0" presId="urn:microsoft.com/office/officeart/2005/8/layout/orgChart1"/>
    <dgm:cxn modelId="{7AF02106-C0F1-4A51-8B4E-9C009DE7D376}" type="presParOf" srcId="{88301FD1-EA2C-455D-A472-2C71A5241BA3}" destId="{1144EE38-CC52-4F20-ABE7-2862089BD817}" srcOrd="0" destOrd="0" presId="urn:microsoft.com/office/officeart/2005/8/layout/orgChart1"/>
    <dgm:cxn modelId="{9C39B13F-977D-4F99-9246-CA2877325128}" type="presParOf" srcId="{88301FD1-EA2C-455D-A472-2C71A5241BA3}" destId="{CF6376F2-10F3-4EE3-AB85-F0686233C192}" srcOrd="1" destOrd="0" presId="urn:microsoft.com/office/officeart/2005/8/layout/orgChart1"/>
    <dgm:cxn modelId="{F6CD8444-DB85-42DB-AE1A-3965F4BAEA77}" type="presParOf" srcId="{CF6376F2-10F3-4EE3-AB85-F0686233C192}" destId="{A0CBF2B6-92AF-4225-AD73-E6F034888C1C}" srcOrd="0" destOrd="0" presId="urn:microsoft.com/office/officeart/2005/8/layout/orgChart1"/>
    <dgm:cxn modelId="{21E45A44-7A0F-41E7-8902-0631B5D888CC}" type="presParOf" srcId="{A0CBF2B6-92AF-4225-AD73-E6F034888C1C}" destId="{1521E4A8-5E63-4015-8B25-EA12DEA76D0B}" srcOrd="0" destOrd="0" presId="urn:microsoft.com/office/officeart/2005/8/layout/orgChart1"/>
    <dgm:cxn modelId="{E05B7FBB-1259-4544-9ABF-BA9302A4E929}" type="presParOf" srcId="{A0CBF2B6-92AF-4225-AD73-E6F034888C1C}" destId="{73B67EE2-25C2-4296-88D2-B46C832D2492}" srcOrd="1" destOrd="0" presId="urn:microsoft.com/office/officeart/2005/8/layout/orgChart1"/>
    <dgm:cxn modelId="{84A79D0E-6840-470B-B99B-903CE15F7653}" type="presParOf" srcId="{CF6376F2-10F3-4EE3-AB85-F0686233C192}" destId="{A4A0CB07-EA4A-484C-866A-2043F588CA0A}" srcOrd="1" destOrd="0" presId="urn:microsoft.com/office/officeart/2005/8/layout/orgChart1"/>
    <dgm:cxn modelId="{D6BE7B7B-2CC2-4333-B18F-8356A1F4ACCD}" type="presParOf" srcId="{CF6376F2-10F3-4EE3-AB85-F0686233C192}" destId="{E39F6CA7-E211-4D60-90AC-ABD39265A1C6}" srcOrd="2" destOrd="0" presId="urn:microsoft.com/office/officeart/2005/8/layout/orgChart1"/>
    <dgm:cxn modelId="{C0F4668E-CD95-477E-81BA-2B68B43A6D09}" type="presParOf" srcId="{88301FD1-EA2C-455D-A472-2C71A5241BA3}" destId="{A7E4A2DD-FC39-4E88-8CB9-9F0DBD48D53F}" srcOrd="2" destOrd="0" presId="urn:microsoft.com/office/officeart/2005/8/layout/orgChart1"/>
    <dgm:cxn modelId="{EF61A6A1-3024-47B4-AF7F-495279F2552B}" type="presParOf" srcId="{88301FD1-EA2C-455D-A472-2C71A5241BA3}" destId="{62131DB9-D640-4D79-9709-A71F64D1D44E}" srcOrd="3" destOrd="0" presId="urn:microsoft.com/office/officeart/2005/8/layout/orgChart1"/>
    <dgm:cxn modelId="{D09B49E0-08C2-43FB-9D65-0BB28A8EFD8E}" type="presParOf" srcId="{62131DB9-D640-4D79-9709-A71F64D1D44E}" destId="{3E9B9370-7651-4AAC-97A5-0CA8269E9E13}" srcOrd="0" destOrd="0" presId="urn:microsoft.com/office/officeart/2005/8/layout/orgChart1"/>
    <dgm:cxn modelId="{DEEAB8AC-851B-429F-9147-DE81C4E942B1}" type="presParOf" srcId="{3E9B9370-7651-4AAC-97A5-0CA8269E9E13}" destId="{C9D528DB-E6B1-46CF-B369-9B123946E92E}" srcOrd="0" destOrd="0" presId="urn:microsoft.com/office/officeart/2005/8/layout/orgChart1"/>
    <dgm:cxn modelId="{5667FAE6-9FA2-44DF-A3A0-0711BBCC65FA}" type="presParOf" srcId="{3E9B9370-7651-4AAC-97A5-0CA8269E9E13}" destId="{D7269EB2-0B67-44C7-A195-0D8EC3CB9AE4}" srcOrd="1" destOrd="0" presId="urn:microsoft.com/office/officeart/2005/8/layout/orgChart1"/>
    <dgm:cxn modelId="{9537D551-EA90-4B10-8013-7F0AB1B31743}" type="presParOf" srcId="{62131DB9-D640-4D79-9709-A71F64D1D44E}" destId="{8625626D-45BF-4C90-BB05-F4EB31D261DD}" srcOrd="1" destOrd="0" presId="urn:microsoft.com/office/officeart/2005/8/layout/orgChart1"/>
    <dgm:cxn modelId="{7706AF37-AF2D-4E8E-8363-8A2E76D7FC5B}" type="presParOf" srcId="{62131DB9-D640-4D79-9709-A71F64D1D44E}" destId="{770945E0-59BE-4714-8751-E7B08FA7CAA4}" srcOrd="2" destOrd="0" presId="urn:microsoft.com/office/officeart/2005/8/layout/orgChart1"/>
    <dgm:cxn modelId="{06106FD2-2129-4908-B4F9-9D0007C8B9D4}" type="presParOf" srcId="{848F8796-7CC0-47D5-B1AA-153DBD4C3A57}" destId="{66BA6E6D-81D6-4842-BC7F-8254B9B26479}" srcOrd="2" destOrd="0" presId="urn:microsoft.com/office/officeart/2005/8/layout/orgChart1"/>
    <dgm:cxn modelId="{6B2B0206-784A-442B-8308-EB44604A016C}" type="presParOf" srcId="{7FCF1128-7CDA-42A4-89BA-268ED3F9780E}" destId="{0EA9AF28-D1E0-449D-8836-E89BC724908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7E34A23-A5C1-4645-9908-CAD23F2B8E9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802842B-9B5D-4C67-93B2-19A040616BFA}">
      <dgm:prSet phldrT="[Texto]"/>
      <dgm:spPr/>
      <dgm:t>
        <a:bodyPr/>
        <a:lstStyle/>
        <a:p>
          <a:r>
            <a:rPr lang="es-MX" dirty="0"/>
            <a:t>Mantenimiento de Unidades</a:t>
          </a:r>
        </a:p>
      </dgm:t>
    </dgm:pt>
    <dgm:pt modelId="{34CDDD16-05A5-410F-93C8-F16B7D93A230}" type="parTrans" cxnId="{5361D3CC-43EA-418F-82FF-D957EA2CC648}">
      <dgm:prSet/>
      <dgm:spPr/>
      <dgm:t>
        <a:bodyPr/>
        <a:lstStyle/>
        <a:p>
          <a:endParaRPr lang="es-MX"/>
        </a:p>
      </dgm:t>
    </dgm:pt>
    <dgm:pt modelId="{FC1F91E2-EA33-4F8F-994B-E5349229F5AE}" type="sibTrans" cxnId="{5361D3CC-43EA-418F-82FF-D957EA2CC648}">
      <dgm:prSet/>
      <dgm:spPr/>
      <dgm:t>
        <a:bodyPr/>
        <a:lstStyle/>
        <a:p>
          <a:endParaRPr lang="es-MX"/>
        </a:p>
      </dgm:t>
    </dgm:pt>
    <dgm:pt modelId="{A0D57E0E-1E5D-4B0D-95A7-4FA62E247056}">
      <dgm:prSet phldrT="[Texto]"/>
      <dgm:spPr/>
      <dgm:t>
        <a:bodyPr/>
        <a:lstStyle/>
        <a:p>
          <a:r>
            <a:rPr lang="es-MX" dirty="0"/>
            <a:t>Mecánica</a:t>
          </a:r>
        </a:p>
      </dgm:t>
    </dgm:pt>
    <dgm:pt modelId="{C908135A-8004-4D11-985D-ED4BD64E0F2C}" type="parTrans" cxnId="{9A39D7F6-8079-466D-AA4E-0CB351792AE8}">
      <dgm:prSet/>
      <dgm:spPr/>
      <dgm:t>
        <a:bodyPr/>
        <a:lstStyle/>
        <a:p>
          <a:endParaRPr lang="es-MX"/>
        </a:p>
      </dgm:t>
    </dgm:pt>
    <dgm:pt modelId="{E97157AE-D320-413B-BB6F-F614A3090594}" type="sibTrans" cxnId="{9A39D7F6-8079-466D-AA4E-0CB351792AE8}">
      <dgm:prSet/>
      <dgm:spPr/>
      <dgm:t>
        <a:bodyPr/>
        <a:lstStyle/>
        <a:p>
          <a:endParaRPr lang="es-MX"/>
        </a:p>
      </dgm:t>
    </dgm:pt>
    <dgm:pt modelId="{35044DB1-A4D8-4B6A-9E68-D58A93CAF0FE}">
      <dgm:prSet phldrT="[Texto]"/>
      <dgm:spPr/>
      <dgm:t>
        <a:bodyPr/>
        <a:lstStyle/>
        <a:p>
          <a:r>
            <a:rPr lang="es-MX" dirty="0" err="1"/>
            <a:t>Paillería</a:t>
          </a:r>
          <a:endParaRPr lang="es-MX" dirty="0"/>
        </a:p>
      </dgm:t>
    </dgm:pt>
    <dgm:pt modelId="{55359D91-95B4-4DBD-970B-D3A7B4D119FE}" type="parTrans" cxnId="{E89A61D4-0CA9-4399-BD7F-A71F37138CBD}">
      <dgm:prSet/>
      <dgm:spPr/>
      <dgm:t>
        <a:bodyPr/>
        <a:lstStyle/>
        <a:p>
          <a:endParaRPr lang="es-MX"/>
        </a:p>
      </dgm:t>
    </dgm:pt>
    <dgm:pt modelId="{7E820F7C-41C5-4FC5-8AEB-F6E084F9269D}" type="sibTrans" cxnId="{E89A61D4-0CA9-4399-BD7F-A71F37138CBD}">
      <dgm:prSet/>
      <dgm:spPr/>
      <dgm:t>
        <a:bodyPr/>
        <a:lstStyle/>
        <a:p>
          <a:endParaRPr lang="es-MX"/>
        </a:p>
      </dgm:t>
    </dgm:pt>
    <dgm:pt modelId="{259FAAF5-6D90-47AA-B7F3-F3AA3D34E0A1}">
      <dgm:prSet phldrT="[Texto]"/>
      <dgm:spPr/>
      <dgm:t>
        <a:bodyPr/>
        <a:lstStyle/>
        <a:p>
          <a:r>
            <a:rPr lang="es-MX" dirty="0"/>
            <a:t>Alineación y Balanceo</a:t>
          </a:r>
        </a:p>
      </dgm:t>
    </dgm:pt>
    <dgm:pt modelId="{D4C8F1DC-FA2B-4B6E-B8FE-915CEFAC292C}" type="parTrans" cxnId="{DB747AF4-AACB-41A5-AE99-2D13B1A8E9BC}">
      <dgm:prSet/>
      <dgm:spPr/>
      <dgm:t>
        <a:bodyPr/>
        <a:lstStyle/>
        <a:p>
          <a:endParaRPr lang="es-MX"/>
        </a:p>
      </dgm:t>
    </dgm:pt>
    <dgm:pt modelId="{7EB4277B-6D96-40C4-9F43-231780FA01D2}" type="sibTrans" cxnId="{DB747AF4-AACB-41A5-AE99-2D13B1A8E9BC}">
      <dgm:prSet/>
      <dgm:spPr/>
      <dgm:t>
        <a:bodyPr/>
        <a:lstStyle/>
        <a:p>
          <a:endParaRPr lang="es-MX"/>
        </a:p>
      </dgm:t>
    </dgm:pt>
    <dgm:pt modelId="{2DD0189C-2C8E-4860-81DC-7BCEFD67FED3}">
      <dgm:prSet phldrT="[Texto]"/>
      <dgm:spPr/>
      <dgm:t>
        <a:bodyPr/>
        <a:lstStyle/>
        <a:p>
          <a:r>
            <a:rPr lang="es-MX" dirty="0"/>
            <a:t>Pintura y Rotulación</a:t>
          </a:r>
        </a:p>
      </dgm:t>
    </dgm:pt>
    <dgm:pt modelId="{1C666AB2-8896-4970-A205-E7E283951163}" type="parTrans" cxnId="{03C5AC8D-C45D-4EBF-98BB-DDE74DA477D9}">
      <dgm:prSet/>
      <dgm:spPr/>
      <dgm:t>
        <a:bodyPr/>
        <a:lstStyle/>
        <a:p>
          <a:endParaRPr lang="es-MX"/>
        </a:p>
      </dgm:t>
    </dgm:pt>
    <dgm:pt modelId="{E3923116-765B-4A60-AC3D-A6BFA6984BD7}" type="sibTrans" cxnId="{03C5AC8D-C45D-4EBF-98BB-DDE74DA477D9}">
      <dgm:prSet/>
      <dgm:spPr/>
      <dgm:t>
        <a:bodyPr/>
        <a:lstStyle/>
        <a:p>
          <a:endParaRPr lang="es-MX"/>
        </a:p>
      </dgm:t>
    </dgm:pt>
    <dgm:pt modelId="{19B63129-14EB-40EC-90AA-EB0A7D6BD7EA}">
      <dgm:prSet phldrT="[Texto]"/>
      <dgm:spPr/>
      <dgm:t>
        <a:bodyPr/>
        <a:lstStyle/>
        <a:p>
          <a:r>
            <a:rPr lang="es-MX" dirty="0"/>
            <a:t>Refacciones y Llantas</a:t>
          </a:r>
        </a:p>
      </dgm:t>
    </dgm:pt>
    <dgm:pt modelId="{6AE8CFDC-5CA1-450A-8745-56A6082FA818}" type="parTrans" cxnId="{DFCF3885-19AC-40FA-9519-C6B8508DF554}">
      <dgm:prSet/>
      <dgm:spPr/>
      <dgm:t>
        <a:bodyPr/>
        <a:lstStyle/>
        <a:p>
          <a:endParaRPr lang="es-MX"/>
        </a:p>
      </dgm:t>
    </dgm:pt>
    <dgm:pt modelId="{0A60BDED-2A50-4EF1-A8AF-494C02C62E88}" type="sibTrans" cxnId="{DFCF3885-19AC-40FA-9519-C6B8508DF554}">
      <dgm:prSet/>
      <dgm:spPr/>
      <dgm:t>
        <a:bodyPr/>
        <a:lstStyle/>
        <a:p>
          <a:endParaRPr lang="es-MX"/>
        </a:p>
      </dgm:t>
    </dgm:pt>
    <dgm:pt modelId="{49BEF10E-9C60-4508-8D7A-15E07CB68CAB}" type="pres">
      <dgm:prSet presAssocID="{F7E34A23-A5C1-4645-9908-CAD23F2B8E9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FCF1128-7CDA-42A4-89BA-268ED3F9780E}" type="pres">
      <dgm:prSet presAssocID="{E802842B-9B5D-4C67-93B2-19A040616BFA}" presName="hierRoot1" presStyleCnt="0">
        <dgm:presLayoutVars>
          <dgm:hierBranch val="init"/>
        </dgm:presLayoutVars>
      </dgm:prSet>
      <dgm:spPr/>
    </dgm:pt>
    <dgm:pt modelId="{BD2423A5-2E9B-4272-9233-53AAB5FDF8C6}" type="pres">
      <dgm:prSet presAssocID="{E802842B-9B5D-4C67-93B2-19A040616BFA}" presName="rootComposite1" presStyleCnt="0"/>
      <dgm:spPr/>
    </dgm:pt>
    <dgm:pt modelId="{EE906758-C06C-4755-A90E-6EB9901E54E8}" type="pres">
      <dgm:prSet presAssocID="{E802842B-9B5D-4C67-93B2-19A040616BFA}" presName="rootText1" presStyleLbl="node0" presStyleIdx="0" presStyleCnt="1">
        <dgm:presLayoutVars>
          <dgm:chPref val="3"/>
        </dgm:presLayoutVars>
      </dgm:prSet>
      <dgm:spPr/>
    </dgm:pt>
    <dgm:pt modelId="{E1D3AB15-CEEF-451F-827D-671F82AE438B}" type="pres">
      <dgm:prSet presAssocID="{E802842B-9B5D-4C67-93B2-19A040616BFA}" presName="rootConnector1" presStyleLbl="node1" presStyleIdx="0" presStyleCnt="0"/>
      <dgm:spPr/>
    </dgm:pt>
    <dgm:pt modelId="{821E3216-750E-4135-AB22-FA5A8AD9F371}" type="pres">
      <dgm:prSet presAssocID="{E802842B-9B5D-4C67-93B2-19A040616BFA}" presName="hierChild2" presStyleCnt="0"/>
      <dgm:spPr/>
    </dgm:pt>
    <dgm:pt modelId="{B3259492-CF98-48D1-AE6B-E3CF5FA88C57}" type="pres">
      <dgm:prSet presAssocID="{C908135A-8004-4D11-985D-ED4BD64E0F2C}" presName="Name37" presStyleLbl="parChTrans1D2" presStyleIdx="0" presStyleCnt="5"/>
      <dgm:spPr/>
    </dgm:pt>
    <dgm:pt modelId="{87BE3EEA-150C-4BCB-BDB0-565439CE3AA6}" type="pres">
      <dgm:prSet presAssocID="{A0D57E0E-1E5D-4B0D-95A7-4FA62E247056}" presName="hierRoot2" presStyleCnt="0">
        <dgm:presLayoutVars>
          <dgm:hierBranch val="init"/>
        </dgm:presLayoutVars>
      </dgm:prSet>
      <dgm:spPr/>
    </dgm:pt>
    <dgm:pt modelId="{EBEE9482-A7E6-4338-B93D-77CFF985CEFF}" type="pres">
      <dgm:prSet presAssocID="{A0D57E0E-1E5D-4B0D-95A7-4FA62E247056}" presName="rootComposite" presStyleCnt="0"/>
      <dgm:spPr/>
    </dgm:pt>
    <dgm:pt modelId="{4D9A62FA-C251-4AF5-97CC-5511C70EE8A9}" type="pres">
      <dgm:prSet presAssocID="{A0D57E0E-1E5D-4B0D-95A7-4FA62E247056}" presName="rootText" presStyleLbl="node2" presStyleIdx="0" presStyleCnt="5">
        <dgm:presLayoutVars>
          <dgm:chPref val="3"/>
        </dgm:presLayoutVars>
      </dgm:prSet>
      <dgm:spPr/>
    </dgm:pt>
    <dgm:pt modelId="{1F4E5EB1-829E-4718-ACC6-734A147AB1E4}" type="pres">
      <dgm:prSet presAssocID="{A0D57E0E-1E5D-4B0D-95A7-4FA62E247056}" presName="rootConnector" presStyleLbl="node2" presStyleIdx="0" presStyleCnt="5"/>
      <dgm:spPr/>
    </dgm:pt>
    <dgm:pt modelId="{4D363A8F-BB24-4D2D-AADB-48F18FAC7B8A}" type="pres">
      <dgm:prSet presAssocID="{A0D57E0E-1E5D-4B0D-95A7-4FA62E247056}" presName="hierChild4" presStyleCnt="0"/>
      <dgm:spPr/>
    </dgm:pt>
    <dgm:pt modelId="{E3174AE9-B0FE-4719-AA7D-CF038D63C03D}" type="pres">
      <dgm:prSet presAssocID="{A0D57E0E-1E5D-4B0D-95A7-4FA62E247056}" presName="hierChild5" presStyleCnt="0"/>
      <dgm:spPr/>
    </dgm:pt>
    <dgm:pt modelId="{5FDB695C-D5CD-4DC8-9F97-830092E1592F}" type="pres">
      <dgm:prSet presAssocID="{55359D91-95B4-4DBD-970B-D3A7B4D119FE}" presName="Name37" presStyleLbl="parChTrans1D2" presStyleIdx="1" presStyleCnt="5"/>
      <dgm:spPr/>
    </dgm:pt>
    <dgm:pt modelId="{848F8796-7CC0-47D5-B1AA-153DBD4C3A57}" type="pres">
      <dgm:prSet presAssocID="{35044DB1-A4D8-4B6A-9E68-D58A93CAF0FE}" presName="hierRoot2" presStyleCnt="0">
        <dgm:presLayoutVars>
          <dgm:hierBranch val="init"/>
        </dgm:presLayoutVars>
      </dgm:prSet>
      <dgm:spPr/>
    </dgm:pt>
    <dgm:pt modelId="{6FA9488D-07EB-4DD1-A2DC-C77E733B7110}" type="pres">
      <dgm:prSet presAssocID="{35044DB1-A4D8-4B6A-9E68-D58A93CAF0FE}" presName="rootComposite" presStyleCnt="0"/>
      <dgm:spPr/>
    </dgm:pt>
    <dgm:pt modelId="{EA761CD2-30E6-43BB-B162-5D63BF3FFB07}" type="pres">
      <dgm:prSet presAssocID="{35044DB1-A4D8-4B6A-9E68-D58A93CAF0FE}" presName="rootText" presStyleLbl="node2" presStyleIdx="1" presStyleCnt="5">
        <dgm:presLayoutVars>
          <dgm:chPref val="3"/>
        </dgm:presLayoutVars>
      </dgm:prSet>
      <dgm:spPr/>
    </dgm:pt>
    <dgm:pt modelId="{4C915882-6B7E-4353-8EC9-DB3DE6956760}" type="pres">
      <dgm:prSet presAssocID="{35044DB1-A4D8-4B6A-9E68-D58A93CAF0FE}" presName="rootConnector" presStyleLbl="node2" presStyleIdx="1" presStyleCnt="5"/>
      <dgm:spPr/>
    </dgm:pt>
    <dgm:pt modelId="{88301FD1-EA2C-455D-A472-2C71A5241BA3}" type="pres">
      <dgm:prSet presAssocID="{35044DB1-A4D8-4B6A-9E68-D58A93CAF0FE}" presName="hierChild4" presStyleCnt="0"/>
      <dgm:spPr/>
    </dgm:pt>
    <dgm:pt modelId="{66BA6E6D-81D6-4842-BC7F-8254B9B26479}" type="pres">
      <dgm:prSet presAssocID="{35044DB1-A4D8-4B6A-9E68-D58A93CAF0FE}" presName="hierChild5" presStyleCnt="0"/>
      <dgm:spPr/>
    </dgm:pt>
    <dgm:pt modelId="{1144EE38-CC52-4F20-ABE7-2862089BD817}" type="pres">
      <dgm:prSet presAssocID="{D4C8F1DC-FA2B-4B6E-B8FE-915CEFAC292C}" presName="Name37" presStyleLbl="parChTrans1D2" presStyleIdx="2" presStyleCnt="5"/>
      <dgm:spPr/>
    </dgm:pt>
    <dgm:pt modelId="{CF6376F2-10F3-4EE3-AB85-F0686233C192}" type="pres">
      <dgm:prSet presAssocID="{259FAAF5-6D90-47AA-B7F3-F3AA3D34E0A1}" presName="hierRoot2" presStyleCnt="0">
        <dgm:presLayoutVars>
          <dgm:hierBranch val="init"/>
        </dgm:presLayoutVars>
      </dgm:prSet>
      <dgm:spPr/>
    </dgm:pt>
    <dgm:pt modelId="{A0CBF2B6-92AF-4225-AD73-E6F034888C1C}" type="pres">
      <dgm:prSet presAssocID="{259FAAF5-6D90-47AA-B7F3-F3AA3D34E0A1}" presName="rootComposite" presStyleCnt="0"/>
      <dgm:spPr/>
    </dgm:pt>
    <dgm:pt modelId="{1521E4A8-5E63-4015-8B25-EA12DEA76D0B}" type="pres">
      <dgm:prSet presAssocID="{259FAAF5-6D90-47AA-B7F3-F3AA3D34E0A1}" presName="rootText" presStyleLbl="node2" presStyleIdx="2" presStyleCnt="5">
        <dgm:presLayoutVars>
          <dgm:chPref val="3"/>
        </dgm:presLayoutVars>
      </dgm:prSet>
      <dgm:spPr/>
    </dgm:pt>
    <dgm:pt modelId="{73B67EE2-25C2-4296-88D2-B46C832D2492}" type="pres">
      <dgm:prSet presAssocID="{259FAAF5-6D90-47AA-B7F3-F3AA3D34E0A1}" presName="rootConnector" presStyleLbl="node2" presStyleIdx="2" presStyleCnt="5"/>
      <dgm:spPr/>
    </dgm:pt>
    <dgm:pt modelId="{A4A0CB07-EA4A-484C-866A-2043F588CA0A}" type="pres">
      <dgm:prSet presAssocID="{259FAAF5-6D90-47AA-B7F3-F3AA3D34E0A1}" presName="hierChild4" presStyleCnt="0"/>
      <dgm:spPr/>
    </dgm:pt>
    <dgm:pt modelId="{E39F6CA7-E211-4D60-90AC-ABD39265A1C6}" type="pres">
      <dgm:prSet presAssocID="{259FAAF5-6D90-47AA-B7F3-F3AA3D34E0A1}" presName="hierChild5" presStyleCnt="0"/>
      <dgm:spPr/>
    </dgm:pt>
    <dgm:pt modelId="{A7E4A2DD-FC39-4E88-8CB9-9F0DBD48D53F}" type="pres">
      <dgm:prSet presAssocID="{1C666AB2-8896-4970-A205-E7E283951163}" presName="Name37" presStyleLbl="parChTrans1D2" presStyleIdx="3" presStyleCnt="5"/>
      <dgm:spPr/>
    </dgm:pt>
    <dgm:pt modelId="{62131DB9-D640-4D79-9709-A71F64D1D44E}" type="pres">
      <dgm:prSet presAssocID="{2DD0189C-2C8E-4860-81DC-7BCEFD67FED3}" presName="hierRoot2" presStyleCnt="0">
        <dgm:presLayoutVars>
          <dgm:hierBranch val="init"/>
        </dgm:presLayoutVars>
      </dgm:prSet>
      <dgm:spPr/>
    </dgm:pt>
    <dgm:pt modelId="{3E9B9370-7651-4AAC-97A5-0CA8269E9E13}" type="pres">
      <dgm:prSet presAssocID="{2DD0189C-2C8E-4860-81DC-7BCEFD67FED3}" presName="rootComposite" presStyleCnt="0"/>
      <dgm:spPr/>
    </dgm:pt>
    <dgm:pt modelId="{C9D528DB-E6B1-46CF-B369-9B123946E92E}" type="pres">
      <dgm:prSet presAssocID="{2DD0189C-2C8E-4860-81DC-7BCEFD67FED3}" presName="rootText" presStyleLbl="node2" presStyleIdx="3" presStyleCnt="5">
        <dgm:presLayoutVars>
          <dgm:chPref val="3"/>
        </dgm:presLayoutVars>
      </dgm:prSet>
      <dgm:spPr/>
    </dgm:pt>
    <dgm:pt modelId="{D7269EB2-0B67-44C7-A195-0D8EC3CB9AE4}" type="pres">
      <dgm:prSet presAssocID="{2DD0189C-2C8E-4860-81DC-7BCEFD67FED3}" presName="rootConnector" presStyleLbl="node2" presStyleIdx="3" presStyleCnt="5"/>
      <dgm:spPr/>
    </dgm:pt>
    <dgm:pt modelId="{8625626D-45BF-4C90-BB05-F4EB31D261DD}" type="pres">
      <dgm:prSet presAssocID="{2DD0189C-2C8E-4860-81DC-7BCEFD67FED3}" presName="hierChild4" presStyleCnt="0"/>
      <dgm:spPr/>
    </dgm:pt>
    <dgm:pt modelId="{770945E0-59BE-4714-8751-E7B08FA7CAA4}" type="pres">
      <dgm:prSet presAssocID="{2DD0189C-2C8E-4860-81DC-7BCEFD67FED3}" presName="hierChild5" presStyleCnt="0"/>
      <dgm:spPr/>
    </dgm:pt>
    <dgm:pt modelId="{C6DDA0CF-2A1F-4EF4-A9AF-C0872E94F5B4}" type="pres">
      <dgm:prSet presAssocID="{6AE8CFDC-5CA1-450A-8745-56A6082FA818}" presName="Name37" presStyleLbl="parChTrans1D2" presStyleIdx="4" presStyleCnt="5"/>
      <dgm:spPr/>
    </dgm:pt>
    <dgm:pt modelId="{7E0C286E-7400-4CDF-913B-A9BDC0FBCE2F}" type="pres">
      <dgm:prSet presAssocID="{19B63129-14EB-40EC-90AA-EB0A7D6BD7EA}" presName="hierRoot2" presStyleCnt="0">
        <dgm:presLayoutVars>
          <dgm:hierBranch val="init"/>
        </dgm:presLayoutVars>
      </dgm:prSet>
      <dgm:spPr/>
    </dgm:pt>
    <dgm:pt modelId="{5E00B055-2764-462C-8C93-0BAE2B7F2DEE}" type="pres">
      <dgm:prSet presAssocID="{19B63129-14EB-40EC-90AA-EB0A7D6BD7EA}" presName="rootComposite" presStyleCnt="0"/>
      <dgm:spPr/>
    </dgm:pt>
    <dgm:pt modelId="{008F74CD-24AD-47A8-8046-6178FA4B42B8}" type="pres">
      <dgm:prSet presAssocID="{19B63129-14EB-40EC-90AA-EB0A7D6BD7EA}" presName="rootText" presStyleLbl="node2" presStyleIdx="4" presStyleCnt="5">
        <dgm:presLayoutVars>
          <dgm:chPref val="3"/>
        </dgm:presLayoutVars>
      </dgm:prSet>
      <dgm:spPr/>
    </dgm:pt>
    <dgm:pt modelId="{396DF5AF-F576-42D2-ADC4-F216F549BD24}" type="pres">
      <dgm:prSet presAssocID="{19B63129-14EB-40EC-90AA-EB0A7D6BD7EA}" presName="rootConnector" presStyleLbl="node2" presStyleIdx="4" presStyleCnt="5"/>
      <dgm:spPr/>
    </dgm:pt>
    <dgm:pt modelId="{F664E74A-C6E8-48BA-8152-862025E1BDE7}" type="pres">
      <dgm:prSet presAssocID="{19B63129-14EB-40EC-90AA-EB0A7D6BD7EA}" presName="hierChild4" presStyleCnt="0"/>
      <dgm:spPr/>
    </dgm:pt>
    <dgm:pt modelId="{175E3212-F407-4EB6-9F54-4DB8FFB42F5B}" type="pres">
      <dgm:prSet presAssocID="{19B63129-14EB-40EC-90AA-EB0A7D6BD7EA}" presName="hierChild5" presStyleCnt="0"/>
      <dgm:spPr/>
    </dgm:pt>
    <dgm:pt modelId="{0EA9AF28-D1E0-449D-8836-E89BC7249087}" type="pres">
      <dgm:prSet presAssocID="{E802842B-9B5D-4C67-93B2-19A040616BFA}" presName="hierChild3" presStyleCnt="0"/>
      <dgm:spPr/>
    </dgm:pt>
  </dgm:ptLst>
  <dgm:cxnLst>
    <dgm:cxn modelId="{ECC83802-FB35-4852-BEDF-912C0A3C1BF7}" type="presOf" srcId="{6AE8CFDC-5CA1-450A-8745-56A6082FA818}" destId="{C6DDA0CF-2A1F-4EF4-A9AF-C0872E94F5B4}" srcOrd="0" destOrd="0" presId="urn:microsoft.com/office/officeart/2005/8/layout/orgChart1"/>
    <dgm:cxn modelId="{BA84E203-5FAD-4B39-BEBC-3F2724899944}" type="presOf" srcId="{A0D57E0E-1E5D-4B0D-95A7-4FA62E247056}" destId="{4D9A62FA-C251-4AF5-97CC-5511C70EE8A9}" srcOrd="0" destOrd="0" presId="urn:microsoft.com/office/officeart/2005/8/layout/orgChart1"/>
    <dgm:cxn modelId="{27018A0E-B0C2-410B-A5BA-FB867F1C7BBC}" type="presOf" srcId="{55359D91-95B4-4DBD-970B-D3A7B4D119FE}" destId="{5FDB695C-D5CD-4DC8-9F97-830092E1592F}" srcOrd="0" destOrd="0" presId="urn:microsoft.com/office/officeart/2005/8/layout/orgChart1"/>
    <dgm:cxn modelId="{46AB6D0F-097B-41F3-B041-895EAD3DC487}" type="presOf" srcId="{19B63129-14EB-40EC-90AA-EB0A7D6BD7EA}" destId="{008F74CD-24AD-47A8-8046-6178FA4B42B8}" srcOrd="0" destOrd="0" presId="urn:microsoft.com/office/officeart/2005/8/layout/orgChart1"/>
    <dgm:cxn modelId="{C8260A1F-E72A-4132-BB41-74958059A684}" type="presOf" srcId="{F7E34A23-A5C1-4645-9908-CAD23F2B8E95}" destId="{49BEF10E-9C60-4508-8D7A-15E07CB68CAB}" srcOrd="0" destOrd="0" presId="urn:microsoft.com/office/officeart/2005/8/layout/orgChart1"/>
    <dgm:cxn modelId="{F676FC32-54E3-46AD-A662-82464815984E}" type="presOf" srcId="{35044DB1-A4D8-4B6A-9E68-D58A93CAF0FE}" destId="{4C915882-6B7E-4353-8EC9-DB3DE6956760}" srcOrd="1" destOrd="0" presId="urn:microsoft.com/office/officeart/2005/8/layout/orgChart1"/>
    <dgm:cxn modelId="{05A24943-E935-4DB9-9218-EA3DE60FA3FB}" type="presOf" srcId="{2DD0189C-2C8E-4860-81DC-7BCEFD67FED3}" destId="{D7269EB2-0B67-44C7-A195-0D8EC3CB9AE4}" srcOrd="1" destOrd="0" presId="urn:microsoft.com/office/officeart/2005/8/layout/orgChart1"/>
    <dgm:cxn modelId="{9304A849-48C1-4BC6-A32A-3E1D30AC19CA}" type="presOf" srcId="{259FAAF5-6D90-47AA-B7F3-F3AA3D34E0A1}" destId="{73B67EE2-25C2-4296-88D2-B46C832D2492}" srcOrd="1" destOrd="0" presId="urn:microsoft.com/office/officeart/2005/8/layout/orgChart1"/>
    <dgm:cxn modelId="{006BC06F-5CD1-4B10-9316-3DBAE4D2794B}" type="presOf" srcId="{E802842B-9B5D-4C67-93B2-19A040616BFA}" destId="{E1D3AB15-CEEF-451F-827D-671F82AE438B}" srcOrd="1" destOrd="0" presId="urn:microsoft.com/office/officeart/2005/8/layout/orgChart1"/>
    <dgm:cxn modelId="{268F057A-A83E-43F2-BAEB-D4F80B91C22D}" type="presOf" srcId="{2DD0189C-2C8E-4860-81DC-7BCEFD67FED3}" destId="{C9D528DB-E6B1-46CF-B369-9B123946E92E}" srcOrd="0" destOrd="0" presId="urn:microsoft.com/office/officeart/2005/8/layout/orgChart1"/>
    <dgm:cxn modelId="{DBA6447C-3CA1-46F0-845B-29E02A9E9BDF}" type="presOf" srcId="{E802842B-9B5D-4C67-93B2-19A040616BFA}" destId="{EE906758-C06C-4755-A90E-6EB9901E54E8}" srcOrd="0" destOrd="0" presId="urn:microsoft.com/office/officeart/2005/8/layout/orgChart1"/>
    <dgm:cxn modelId="{D5A40F7F-B00A-41A5-B4BC-30730BF3684B}" type="presOf" srcId="{35044DB1-A4D8-4B6A-9E68-D58A93CAF0FE}" destId="{EA761CD2-30E6-43BB-B162-5D63BF3FFB07}" srcOrd="0" destOrd="0" presId="urn:microsoft.com/office/officeart/2005/8/layout/orgChart1"/>
    <dgm:cxn modelId="{DFCF3885-19AC-40FA-9519-C6B8508DF554}" srcId="{E802842B-9B5D-4C67-93B2-19A040616BFA}" destId="{19B63129-14EB-40EC-90AA-EB0A7D6BD7EA}" srcOrd="4" destOrd="0" parTransId="{6AE8CFDC-5CA1-450A-8745-56A6082FA818}" sibTransId="{0A60BDED-2A50-4EF1-A8AF-494C02C62E88}"/>
    <dgm:cxn modelId="{03C5AC8D-C45D-4EBF-98BB-DDE74DA477D9}" srcId="{E802842B-9B5D-4C67-93B2-19A040616BFA}" destId="{2DD0189C-2C8E-4860-81DC-7BCEFD67FED3}" srcOrd="3" destOrd="0" parTransId="{1C666AB2-8896-4970-A205-E7E283951163}" sibTransId="{E3923116-765B-4A60-AC3D-A6BFA6984BD7}"/>
    <dgm:cxn modelId="{A29AB590-AD94-4324-B193-5174A7B4BC8D}" type="presOf" srcId="{1C666AB2-8896-4970-A205-E7E283951163}" destId="{A7E4A2DD-FC39-4E88-8CB9-9F0DBD48D53F}" srcOrd="0" destOrd="0" presId="urn:microsoft.com/office/officeart/2005/8/layout/orgChart1"/>
    <dgm:cxn modelId="{8271B998-A9E1-4EA9-869A-092A849396E5}" type="presOf" srcId="{D4C8F1DC-FA2B-4B6E-B8FE-915CEFAC292C}" destId="{1144EE38-CC52-4F20-ABE7-2862089BD817}" srcOrd="0" destOrd="0" presId="urn:microsoft.com/office/officeart/2005/8/layout/orgChart1"/>
    <dgm:cxn modelId="{758EA7A6-034F-492E-B232-641FDF58470E}" type="presOf" srcId="{19B63129-14EB-40EC-90AA-EB0A7D6BD7EA}" destId="{396DF5AF-F576-42D2-ADC4-F216F549BD24}" srcOrd="1" destOrd="0" presId="urn:microsoft.com/office/officeart/2005/8/layout/orgChart1"/>
    <dgm:cxn modelId="{0CAF74B7-4214-4D2A-8405-5FC60E8162C3}" type="presOf" srcId="{C908135A-8004-4D11-985D-ED4BD64E0F2C}" destId="{B3259492-CF98-48D1-AE6B-E3CF5FA88C57}" srcOrd="0" destOrd="0" presId="urn:microsoft.com/office/officeart/2005/8/layout/orgChart1"/>
    <dgm:cxn modelId="{5361D3CC-43EA-418F-82FF-D957EA2CC648}" srcId="{F7E34A23-A5C1-4645-9908-CAD23F2B8E95}" destId="{E802842B-9B5D-4C67-93B2-19A040616BFA}" srcOrd="0" destOrd="0" parTransId="{34CDDD16-05A5-410F-93C8-F16B7D93A230}" sibTransId="{FC1F91E2-EA33-4F8F-994B-E5349229F5AE}"/>
    <dgm:cxn modelId="{443415D0-918F-45BC-A752-BB50816FDBB1}" type="presOf" srcId="{A0D57E0E-1E5D-4B0D-95A7-4FA62E247056}" destId="{1F4E5EB1-829E-4718-ACC6-734A147AB1E4}" srcOrd="1" destOrd="0" presId="urn:microsoft.com/office/officeart/2005/8/layout/orgChart1"/>
    <dgm:cxn modelId="{E89A61D4-0CA9-4399-BD7F-A71F37138CBD}" srcId="{E802842B-9B5D-4C67-93B2-19A040616BFA}" destId="{35044DB1-A4D8-4B6A-9E68-D58A93CAF0FE}" srcOrd="1" destOrd="0" parTransId="{55359D91-95B4-4DBD-970B-D3A7B4D119FE}" sibTransId="{7E820F7C-41C5-4FC5-8AEB-F6E084F9269D}"/>
    <dgm:cxn modelId="{CA68E3E0-934D-49C2-ACB9-6140BB531518}" type="presOf" srcId="{259FAAF5-6D90-47AA-B7F3-F3AA3D34E0A1}" destId="{1521E4A8-5E63-4015-8B25-EA12DEA76D0B}" srcOrd="0" destOrd="0" presId="urn:microsoft.com/office/officeart/2005/8/layout/orgChart1"/>
    <dgm:cxn modelId="{DB747AF4-AACB-41A5-AE99-2D13B1A8E9BC}" srcId="{E802842B-9B5D-4C67-93B2-19A040616BFA}" destId="{259FAAF5-6D90-47AA-B7F3-F3AA3D34E0A1}" srcOrd="2" destOrd="0" parTransId="{D4C8F1DC-FA2B-4B6E-B8FE-915CEFAC292C}" sibTransId="{7EB4277B-6D96-40C4-9F43-231780FA01D2}"/>
    <dgm:cxn modelId="{9A39D7F6-8079-466D-AA4E-0CB351792AE8}" srcId="{E802842B-9B5D-4C67-93B2-19A040616BFA}" destId="{A0D57E0E-1E5D-4B0D-95A7-4FA62E247056}" srcOrd="0" destOrd="0" parTransId="{C908135A-8004-4D11-985D-ED4BD64E0F2C}" sibTransId="{E97157AE-D320-413B-BB6F-F614A3090594}"/>
    <dgm:cxn modelId="{CF6D155E-3DA2-476E-B884-E5F228BE0CA7}" type="presParOf" srcId="{49BEF10E-9C60-4508-8D7A-15E07CB68CAB}" destId="{7FCF1128-7CDA-42A4-89BA-268ED3F9780E}" srcOrd="0" destOrd="0" presId="urn:microsoft.com/office/officeart/2005/8/layout/orgChart1"/>
    <dgm:cxn modelId="{F4E22C8A-B664-4C14-BCE0-76D81BDB9F15}" type="presParOf" srcId="{7FCF1128-7CDA-42A4-89BA-268ED3F9780E}" destId="{BD2423A5-2E9B-4272-9233-53AAB5FDF8C6}" srcOrd="0" destOrd="0" presId="urn:microsoft.com/office/officeart/2005/8/layout/orgChart1"/>
    <dgm:cxn modelId="{FC0AE4B9-5381-4A61-8694-03DB9F45B91C}" type="presParOf" srcId="{BD2423A5-2E9B-4272-9233-53AAB5FDF8C6}" destId="{EE906758-C06C-4755-A90E-6EB9901E54E8}" srcOrd="0" destOrd="0" presId="urn:microsoft.com/office/officeart/2005/8/layout/orgChart1"/>
    <dgm:cxn modelId="{40549615-EB51-46E8-8A3D-95980A9041E4}" type="presParOf" srcId="{BD2423A5-2E9B-4272-9233-53AAB5FDF8C6}" destId="{E1D3AB15-CEEF-451F-827D-671F82AE438B}" srcOrd="1" destOrd="0" presId="urn:microsoft.com/office/officeart/2005/8/layout/orgChart1"/>
    <dgm:cxn modelId="{B5C1AC61-91CC-4ECA-AB95-BAC3438AC254}" type="presParOf" srcId="{7FCF1128-7CDA-42A4-89BA-268ED3F9780E}" destId="{821E3216-750E-4135-AB22-FA5A8AD9F371}" srcOrd="1" destOrd="0" presId="urn:microsoft.com/office/officeart/2005/8/layout/orgChart1"/>
    <dgm:cxn modelId="{07A7C077-5914-48C0-BF83-5790A20BDA61}" type="presParOf" srcId="{821E3216-750E-4135-AB22-FA5A8AD9F371}" destId="{B3259492-CF98-48D1-AE6B-E3CF5FA88C57}" srcOrd="0" destOrd="0" presId="urn:microsoft.com/office/officeart/2005/8/layout/orgChart1"/>
    <dgm:cxn modelId="{8F539AC1-E25C-4599-8F34-66AE5BE163FD}" type="presParOf" srcId="{821E3216-750E-4135-AB22-FA5A8AD9F371}" destId="{87BE3EEA-150C-4BCB-BDB0-565439CE3AA6}" srcOrd="1" destOrd="0" presId="urn:microsoft.com/office/officeart/2005/8/layout/orgChart1"/>
    <dgm:cxn modelId="{F5278654-FE8D-41A3-A035-700FA8F7E7C3}" type="presParOf" srcId="{87BE3EEA-150C-4BCB-BDB0-565439CE3AA6}" destId="{EBEE9482-A7E6-4338-B93D-77CFF985CEFF}" srcOrd="0" destOrd="0" presId="urn:microsoft.com/office/officeart/2005/8/layout/orgChart1"/>
    <dgm:cxn modelId="{7435FF12-7FA5-497D-A69B-85DCF4EDD0AB}" type="presParOf" srcId="{EBEE9482-A7E6-4338-B93D-77CFF985CEFF}" destId="{4D9A62FA-C251-4AF5-97CC-5511C70EE8A9}" srcOrd="0" destOrd="0" presId="urn:microsoft.com/office/officeart/2005/8/layout/orgChart1"/>
    <dgm:cxn modelId="{4C4774C6-209E-44A4-B0E9-1CE0AF00B0B8}" type="presParOf" srcId="{EBEE9482-A7E6-4338-B93D-77CFF985CEFF}" destId="{1F4E5EB1-829E-4718-ACC6-734A147AB1E4}" srcOrd="1" destOrd="0" presId="urn:microsoft.com/office/officeart/2005/8/layout/orgChart1"/>
    <dgm:cxn modelId="{3C9F998C-7893-4D64-8F1C-49EBE5B78480}" type="presParOf" srcId="{87BE3EEA-150C-4BCB-BDB0-565439CE3AA6}" destId="{4D363A8F-BB24-4D2D-AADB-48F18FAC7B8A}" srcOrd="1" destOrd="0" presId="urn:microsoft.com/office/officeart/2005/8/layout/orgChart1"/>
    <dgm:cxn modelId="{45644257-D04A-4891-B1AC-B7981524ED3B}" type="presParOf" srcId="{87BE3EEA-150C-4BCB-BDB0-565439CE3AA6}" destId="{E3174AE9-B0FE-4719-AA7D-CF038D63C03D}" srcOrd="2" destOrd="0" presId="urn:microsoft.com/office/officeart/2005/8/layout/orgChart1"/>
    <dgm:cxn modelId="{A9C35730-7E0F-4DA5-B125-ED0A80EB8FCD}" type="presParOf" srcId="{821E3216-750E-4135-AB22-FA5A8AD9F371}" destId="{5FDB695C-D5CD-4DC8-9F97-830092E1592F}" srcOrd="2" destOrd="0" presId="urn:microsoft.com/office/officeart/2005/8/layout/orgChart1"/>
    <dgm:cxn modelId="{A049DDA8-BB9C-4F44-A670-AB0A43675AAA}" type="presParOf" srcId="{821E3216-750E-4135-AB22-FA5A8AD9F371}" destId="{848F8796-7CC0-47D5-B1AA-153DBD4C3A57}" srcOrd="3" destOrd="0" presId="urn:microsoft.com/office/officeart/2005/8/layout/orgChart1"/>
    <dgm:cxn modelId="{F2C2792B-AEEA-47FC-A49E-310F62955E16}" type="presParOf" srcId="{848F8796-7CC0-47D5-B1AA-153DBD4C3A57}" destId="{6FA9488D-07EB-4DD1-A2DC-C77E733B7110}" srcOrd="0" destOrd="0" presId="urn:microsoft.com/office/officeart/2005/8/layout/orgChart1"/>
    <dgm:cxn modelId="{9FBB70AF-8C24-4302-A226-9C249E196DE9}" type="presParOf" srcId="{6FA9488D-07EB-4DD1-A2DC-C77E733B7110}" destId="{EA761CD2-30E6-43BB-B162-5D63BF3FFB07}" srcOrd="0" destOrd="0" presId="urn:microsoft.com/office/officeart/2005/8/layout/orgChart1"/>
    <dgm:cxn modelId="{ED24C18F-7D25-48DC-B855-45CC7BDC9408}" type="presParOf" srcId="{6FA9488D-07EB-4DD1-A2DC-C77E733B7110}" destId="{4C915882-6B7E-4353-8EC9-DB3DE6956760}" srcOrd="1" destOrd="0" presId="urn:microsoft.com/office/officeart/2005/8/layout/orgChart1"/>
    <dgm:cxn modelId="{AC7B97F1-8031-412A-92C6-FA4312A5CAFF}" type="presParOf" srcId="{848F8796-7CC0-47D5-B1AA-153DBD4C3A57}" destId="{88301FD1-EA2C-455D-A472-2C71A5241BA3}" srcOrd="1" destOrd="0" presId="urn:microsoft.com/office/officeart/2005/8/layout/orgChart1"/>
    <dgm:cxn modelId="{06106FD2-2129-4908-B4F9-9D0007C8B9D4}" type="presParOf" srcId="{848F8796-7CC0-47D5-B1AA-153DBD4C3A57}" destId="{66BA6E6D-81D6-4842-BC7F-8254B9B26479}" srcOrd="2" destOrd="0" presId="urn:microsoft.com/office/officeart/2005/8/layout/orgChart1"/>
    <dgm:cxn modelId="{9A4209EF-2CCF-415E-9E46-6E13BC9AD1E0}" type="presParOf" srcId="{821E3216-750E-4135-AB22-FA5A8AD9F371}" destId="{1144EE38-CC52-4F20-ABE7-2862089BD817}" srcOrd="4" destOrd="0" presId="urn:microsoft.com/office/officeart/2005/8/layout/orgChart1"/>
    <dgm:cxn modelId="{0138EE94-E9DE-4BD8-A69F-838F8E316737}" type="presParOf" srcId="{821E3216-750E-4135-AB22-FA5A8AD9F371}" destId="{CF6376F2-10F3-4EE3-AB85-F0686233C192}" srcOrd="5" destOrd="0" presId="urn:microsoft.com/office/officeart/2005/8/layout/orgChart1"/>
    <dgm:cxn modelId="{4E2DC9FB-FF2C-418D-8761-4D7E342947F3}" type="presParOf" srcId="{CF6376F2-10F3-4EE3-AB85-F0686233C192}" destId="{A0CBF2B6-92AF-4225-AD73-E6F034888C1C}" srcOrd="0" destOrd="0" presId="urn:microsoft.com/office/officeart/2005/8/layout/orgChart1"/>
    <dgm:cxn modelId="{1BB29FB1-AF3E-4AF1-AF65-8358DF038013}" type="presParOf" srcId="{A0CBF2B6-92AF-4225-AD73-E6F034888C1C}" destId="{1521E4A8-5E63-4015-8B25-EA12DEA76D0B}" srcOrd="0" destOrd="0" presId="urn:microsoft.com/office/officeart/2005/8/layout/orgChart1"/>
    <dgm:cxn modelId="{EB10A472-69FF-4227-809C-992C7E67E916}" type="presParOf" srcId="{A0CBF2B6-92AF-4225-AD73-E6F034888C1C}" destId="{73B67EE2-25C2-4296-88D2-B46C832D2492}" srcOrd="1" destOrd="0" presId="urn:microsoft.com/office/officeart/2005/8/layout/orgChart1"/>
    <dgm:cxn modelId="{398C79B5-700D-4193-9BC7-2FFCA443F5FB}" type="presParOf" srcId="{CF6376F2-10F3-4EE3-AB85-F0686233C192}" destId="{A4A0CB07-EA4A-484C-866A-2043F588CA0A}" srcOrd="1" destOrd="0" presId="urn:microsoft.com/office/officeart/2005/8/layout/orgChart1"/>
    <dgm:cxn modelId="{92DCDB90-92CE-433B-9747-423FF16E5E0F}" type="presParOf" srcId="{CF6376F2-10F3-4EE3-AB85-F0686233C192}" destId="{E39F6CA7-E211-4D60-90AC-ABD39265A1C6}" srcOrd="2" destOrd="0" presId="urn:microsoft.com/office/officeart/2005/8/layout/orgChart1"/>
    <dgm:cxn modelId="{4014E032-92DC-43ED-A6DA-ED2AF1CD0F39}" type="presParOf" srcId="{821E3216-750E-4135-AB22-FA5A8AD9F371}" destId="{A7E4A2DD-FC39-4E88-8CB9-9F0DBD48D53F}" srcOrd="6" destOrd="0" presId="urn:microsoft.com/office/officeart/2005/8/layout/orgChart1"/>
    <dgm:cxn modelId="{736EED9A-8DBC-4047-A3B9-06743C8E73EE}" type="presParOf" srcId="{821E3216-750E-4135-AB22-FA5A8AD9F371}" destId="{62131DB9-D640-4D79-9709-A71F64D1D44E}" srcOrd="7" destOrd="0" presId="urn:microsoft.com/office/officeart/2005/8/layout/orgChart1"/>
    <dgm:cxn modelId="{613FEB69-0FCA-49A2-B830-E43FC0C5EB77}" type="presParOf" srcId="{62131DB9-D640-4D79-9709-A71F64D1D44E}" destId="{3E9B9370-7651-4AAC-97A5-0CA8269E9E13}" srcOrd="0" destOrd="0" presId="urn:microsoft.com/office/officeart/2005/8/layout/orgChart1"/>
    <dgm:cxn modelId="{CAC4CE00-B220-4BD5-98FF-4FAA2E7DD713}" type="presParOf" srcId="{3E9B9370-7651-4AAC-97A5-0CA8269E9E13}" destId="{C9D528DB-E6B1-46CF-B369-9B123946E92E}" srcOrd="0" destOrd="0" presId="urn:microsoft.com/office/officeart/2005/8/layout/orgChart1"/>
    <dgm:cxn modelId="{7FEDE812-49E4-4F61-BE28-545BE641A804}" type="presParOf" srcId="{3E9B9370-7651-4AAC-97A5-0CA8269E9E13}" destId="{D7269EB2-0B67-44C7-A195-0D8EC3CB9AE4}" srcOrd="1" destOrd="0" presId="urn:microsoft.com/office/officeart/2005/8/layout/orgChart1"/>
    <dgm:cxn modelId="{612F394D-40BB-4E13-9DED-184D7A8167F7}" type="presParOf" srcId="{62131DB9-D640-4D79-9709-A71F64D1D44E}" destId="{8625626D-45BF-4C90-BB05-F4EB31D261DD}" srcOrd="1" destOrd="0" presId="urn:microsoft.com/office/officeart/2005/8/layout/orgChart1"/>
    <dgm:cxn modelId="{2E102FDB-1354-4444-8E86-1F9A2719F876}" type="presParOf" srcId="{62131DB9-D640-4D79-9709-A71F64D1D44E}" destId="{770945E0-59BE-4714-8751-E7B08FA7CAA4}" srcOrd="2" destOrd="0" presId="urn:microsoft.com/office/officeart/2005/8/layout/orgChart1"/>
    <dgm:cxn modelId="{1F49D92E-79D4-42FD-9C0C-8FFC769681D1}" type="presParOf" srcId="{821E3216-750E-4135-AB22-FA5A8AD9F371}" destId="{C6DDA0CF-2A1F-4EF4-A9AF-C0872E94F5B4}" srcOrd="8" destOrd="0" presId="urn:microsoft.com/office/officeart/2005/8/layout/orgChart1"/>
    <dgm:cxn modelId="{E73A3ECA-D29F-4BD1-8F80-D885C80EDF29}" type="presParOf" srcId="{821E3216-750E-4135-AB22-FA5A8AD9F371}" destId="{7E0C286E-7400-4CDF-913B-A9BDC0FBCE2F}" srcOrd="9" destOrd="0" presId="urn:microsoft.com/office/officeart/2005/8/layout/orgChart1"/>
    <dgm:cxn modelId="{3312156B-36E7-4802-A26A-B062F8B50A8B}" type="presParOf" srcId="{7E0C286E-7400-4CDF-913B-A9BDC0FBCE2F}" destId="{5E00B055-2764-462C-8C93-0BAE2B7F2DEE}" srcOrd="0" destOrd="0" presId="urn:microsoft.com/office/officeart/2005/8/layout/orgChart1"/>
    <dgm:cxn modelId="{E9BACA10-FF35-41BA-BF4C-C3A249933F72}" type="presParOf" srcId="{5E00B055-2764-462C-8C93-0BAE2B7F2DEE}" destId="{008F74CD-24AD-47A8-8046-6178FA4B42B8}" srcOrd="0" destOrd="0" presId="urn:microsoft.com/office/officeart/2005/8/layout/orgChart1"/>
    <dgm:cxn modelId="{BE89F52F-9C4A-4A30-96D8-D07301EA1787}" type="presParOf" srcId="{5E00B055-2764-462C-8C93-0BAE2B7F2DEE}" destId="{396DF5AF-F576-42D2-ADC4-F216F549BD24}" srcOrd="1" destOrd="0" presId="urn:microsoft.com/office/officeart/2005/8/layout/orgChart1"/>
    <dgm:cxn modelId="{1552DAFC-85AD-4E4E-8385-13B1BB876F22}" type="presParOf" srcId="{7E0C286E-7400-4CDF-913B-A9BDC0FBCE2F}" destId="{F664E74A-C6E8-48BA-8152-862025E1BDE7}" srcOrd="1" destOrd="0" presId="urn:microsoft.com/office/officeart/2005/8/layout/orgChart1"/>
    <dgm:cxn modelId="{BBC6F82F-5BF5-45E7-8D39-2956F200D514}" type="presParOf" srcId="{7E0C286E-7400-4CDF-913B-A9BDC0FBCE2F}" destId="{175E3212-F407-4EB6-9F54-4DB8FFB42F5B}" srcOrd="2" destOrd="0" presId="urn:microsoft.com/office/officeart/2005/8/layout/orgChart1"/>
    <dgm:cxn modelId="{6B2B0206-784A-442B-8308-EB44604A016C}" type="presParOf" srcId="{7FCF1128-7CDA-42A4-89BA-268ED3F9780E}" destId="{0EA9AF28-D1E0-449D-8836-E89BC724908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7E34A23-A5C1-4645-9908-CAD23F2B8E9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MX"/>
        </a:p>
      </dgm:t>
    </dgm:pt>
    <dgm:pt modelId="{E802842B-9B5D-4C67-93B2-19A040616BFA}">
      <dgm:prSet phldrT="[Texto]"/>
      <dgm:spPr/>
      <dgm:t>
        <a:bodyPr/>
        <a:lstStyle/>
        <a:p>
          <a:r>
            <a:rPr lang="es-MX" dirty="0"/>
            <a:t>Seguridad</a:t>
          </a:r>
        </a:p>
      </dgm:t>
    </dgm:pt>
    <dgm:pt modelId="{34CDDD16-05A5-410F-93C8-F16B7D93A230}" type="parTrans" cxnId="{5361D3CC-43EA-418F-82FF-D957EA2CC648}">
      <dgm:prSet/>
      <dgm:spPr/>
      <dgm:t>
        <a:bodyPr/>
        <a:lstStyle/>
        <a:p>
          <a:endParaRPr lang="es-MX"/>
        </a:p>
      </dgm:t>
    </dgm:pt>
    <dgm:pt modelId="{FC1F91E2-EA33-4F8F-994B-E5349229F5AE}" type="sibTrans" cxnId="{5361D3CC-43EA-418F-82FF-D957EA2CC648}">
      <dgm:prSet/>
      <dgm:spPr/>
      <dgm:t>
        <a:bodyPr/>
        <a:lstStyle/>
        <a:p>
          <a:endParaRPr lang="es-MX"/>
        </a:p>
      </dgm:t>
    </dgm:pt>
    <dgm:pt modelId="{A0D57E0E-1E5D-4B0D-95A7-4FA62E247056}">
      <dgm:prSet phldrT="[Texto]"/>
      <dgm:spPr/>
      <dgm:t>
        <a:bodyPr/>
        <a:lstStyle/>
        <a:p>
          <a:r>
            <a:rPr lang="es-MX" dirty="0"/>
            <a:t>Monitoreo</a:t>
          </a:r>
        </a:p>
      </dgm:t>
    </dgm:pt>
    <dgm:pt modelId="{C908135A-8004-4D11-985D-ED4BD64E0F2C}" type="parTrans" cxnId="{9A39D7F6-8079-466D-AA4E-0CB351792AE8}">
      <dgm:prSet/>
      <dgm:spPr/>
      <dgm:t>
        <a:bodyPr/>
        <a:lstStyle/>
        <a:p>
          <a:endParaRPr lang="es-MX"/>
        </a:p>
      </dgm:t>
    </dgm:pt>
    <dgm:pt modelId="{E97157AE-D320-413B-BB6F-F614A3090594}" type="sibTrans" cxnId="{9A39D7F6-8079-466D-AA4E-0CB351792AE8}">
      <dgm:prSet/>
      <dgm:spPr/>
      <dgm:t>
        <a:bodyPr/>
        <a:lstStyle/>
        <a:p>
          <a:endParaRPr lang="es-MX"/>
        </a:p>
      </dgm:t>
    </dgm:pt>
    <dgm:pt modelId="{35044DB1-A4D8-4B6A-9E68-D58A93CAF0FE}">
      <dgm:prSet phldrT="[Texto]"/>
      <dgm:spPr/>
      <dgm:t>
        <a:bodyPr/>
        <a:lstStyle/>
        <a:p>
          <a:r>
            <a:rPr lang="es-MX" dirty="0"/>
            <a:t>Seguridad Industrial</a:t>
          </a:r>
        </a:p>
      </dgm:t>
    </dgm:pt>
    <dgm:pt modelId="{55359D91-95B4-4DBD-970B-D3A7B4D119FE}" type="parTrans" cxnId="{E89A61D4-0CA9-4399-BD7F-A71F37138CBD}">
      <dgm:prSet/>
      <dgm:spPr/>
      <dgm:t>
        <a:bodyPr/>
        <a:lstStyle/>
        <a:p>
          <a:endParaRPr lang="es-MX"/>
        </a:p>
      </dgm:t>
    </dgm:pt>
    <dgm:pt modelId="{7E820F7C-41C5-4FC5-8AEB-F6E084F9269D}" type="sibTrans" cxnId="{E89A61D4-0CA9-4399-BD7F-A71F37138CBD}">
      <dgm:prSet/>
      <dgm:spPr/>
      <dgm:t>
        <a:bodyPr/>
        <a:lstStyle/>
        <a:p>
          <a:endParaRPr lang="es-MX"/>
        </a:p>
      </dgm:t>
    </dgm:pt>
    <dgm:pt modelId="{259FAAF5-6D90-47AA-B7F3-F3AA3D34E0A1}">
      <dgm:prSet phldrT="[Texto]"/>
      <dgm:spPr/>
      <dgm:t>
        <a:bodyPr/>
        <a:lstStyle/>
        <a:p>
          <a:r>
            <a:rPr lang="es-MX" dirty="0"/>
            <a:t>Mantenimiento Instalaciones</a:t>
          </a:r>
        </a:p>
      </dgm:t>
    </dgm:pt>
    <dgm:pt modelId="{D4C8F1DC-FA2B-4B6E-B8FE-915CEFAC292C}" type="parTrans" cxnId="{DB747AF4-AACB-41A5-AE99-2D13B1A8E9BC}">
      <dgm:prSet/>
      <dgm:spPr/>
      <dgm:t>
        <a:bodyPr/>
        <a:lstStyle/>
        <a:p>
          <a:endParaRPr lang="es-MX"/>
        </a:p>
      </dgm:t>
    </dgm:pt>
    <dgm:pt modelId="{7EB4277B-6D96-40C4-9F43-231780FA01D2}" type="sibTrans" cxnId="{DB747AF4-AACB-41A5-AE99-2D13B1A8E9BC}">
      <dgm:prSet/>
      <dgm:spPr/>
      <dgm:t>
        <a:bodyPr/>
        <a:lstStyle/>
        <a:p>
          <a:endParaRPr lang="es-MX"/>
        </a:p>
      </dgm:t>
    </dgm:pt>
    <dgm:pt modelId="{2DD0189C-2C8E-4860-81DC-7BCEFD67FED3}">
      <dgm:prSet phldrT="[Texto]"/>
      <dgm:spPr/>
      <dgm:t>
        <a:bodyPr/>
        <a:lstStyle/>
        <a:p>
          <a:r>
            <a:rPr lang="es-MX" dirty="0"/>
            <a:t>Vigilancia Intramuros</a:t>
          </a:r>
        </a:p>
      </dgm:t>
    </dgm:pt>
    <dgm:pt modelId="{1C666AB2-8896-4970-A205-E7E283951163}" type="parTrans" cxnId="{03C5AC8D-C45D-4EBF-98BB-DDE74DA477D9}">
      <dgm:prSet/>
      <dgm:spPr/>
      <dgm:t>
        <a:bodyPr/>
        <a:lstStyle/>
        <a:p>
          <a:endParaRPr lang="es-MX"/>
        </a:p>
      </dgm:t>
    </dgm:pt>
    <dgm:pt modelId="{E3923116-765B-4A60-AC3D-A6BFA6984BD7}" type="sibTrans" cxnId="{03C5AC8D-C45D-4EBF-98BB-DDE74DA477D9}">
      <dgm:prSet/>
      <dgm:spPr/>
      <dgm:t>
        <a:bodyPr/>
        <a:lstStyle/>
        <a:p>
          <a:endParaRPr lang="es-MX"/>
        </a:p>
      </dgm:t>
    </dgm:pt>
    <dgm:pt modelId="{49BEF10E-9C60-4508-8D7A-15E07CB68CAB}" type="pres">
      <dgm:prSet presAssocID="{F7E34A23-A5C1-4645-9908-CAD23F2B8E9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FCF1128-7CDA-42A4-89BA-268ED3F9780E}" type="pres">
      <dgm:prSet presAssocID="{E802842B-9B5D-4C67-93B2-19A040616BFA}" presName="hierRoot1" presStyleCnt="0">
        <dgm:presLayoutVars>
          <dgm:hierBranch val="init"/>
        </dgm:presLayoutVars>
      </dgm:prSet>
      <dgm:spPr/>
    </dgm:pt>
    <dgm:pt modelId="{BD2423A5-2E9B-4272-9233-53AAB5FDF8C6}" type="pres">
      <dgm:prSet presAssocID="{E802842B-9B5D-4C67-93B2-19A040616BFA}" presName="rootComposite1" presStyleCnt="0"/>
      <dgm:spPr/>
    </dgm:pt>
    <dgm:pt modelId="{EE906758-C06C-4755-A90E-6EB9901E54E8}" type="pres">
      <dgm:prSet presAssocID="{E802842B-9B5D-4C67-93B2-19A040616BFA}" presName="rootText1" presStyleLbl="node0" presStyleIdx="0" presStyleCnt="1">
        <dgm:presLayoutVars>
          <dgm:chPref val="3"/>
        </dgm:presLayoutVars>
      </dgm:prSet>
      <dgm:spPr/>
    </dgm:pt>
    <dgm:pt modelId="{E1D3AB15-CEEF-451F-827D-671F82AE438B}" type="pres">
      <dgm:prSet presAssocID="{E802842B-9B5D-4C67-93B2-19A040616BFA}" presName="rootConnector1" presStyleLbl="node1" presStyleIdx="0" presStyleCnt="0"/>
      <dgm:spPr/>
    </dgm:pt>
    <dgm:pt modelId="{821E3216-750E-4135-AB22-FA5A8AD9F371}" type="pres">
      <dgm:prSet presAssocID="{E802842B-9B5D-4C67-93B2-19A040616BFA}" presName="hierChild2" presStyleCnt="0"/>
      <dgm:spPr/>
    </dgm:pt>
    <dgm:pt modelId="{B3259492-CF98-48D1-AE6B-E3CF5FA88C57}" type="pres">
      <dgm:prSet presAssocID="{C908135A-8004-4D11-985D-ED4BD64E0F2C}" presName="Name37" presStyleLbl="parChTrans1D2" presStyleIdx="0" presStyleCnt="4"/>
      <dgm:spPr/>
    </dgm:pt>
    <dgm:pt modelId="{87BE3EEA-150C-4BCB-BDB0-565439CE3AA6}" type="pres">
      <dgm:prSet presAssocID="{A0D57E0E-1E5D-4B0D-95A7-4FA62E247056}" presName="hierRoot2" presStyleCnt="0">
        <dgm:presLayoutVars>
          <dgm:hierBranch val="init"/>
        </dgm:presLayoutVars>
      </dgm:prSet>
      <dgm:spPr/>
    </dgm:pt>
    <dgm:pt modelId="{EBEE9482-A7E6-4338-B93D-77CFF985CEFF}" type="pres">
      <dgm:prSet presAssocID="{A0D57E0E-1E5D-4B0D-95A7-4FA62E247056}" presName="rootComposite" presStyleCnt="0"/>
      <dgm:spPr/>
    </dgm:pt>
    <dgm:pt modelId="{4D9A62FA-C251-4AF5-97CC-5511C70EE8A9}" type="pres">
      <dgm:prSet presAssocID="{A0D57E0E-1E5D-4B0D-95A7-4FA62E247056}" presName="rootText" presStyleLbl="node2" presStyleIdx="0" presStyleCnt="4">
        <dgm:presLayoutVars>
          <dgm:chPref val="3"/>
        </dgm:presLayoutVars>
      </dgm:prSet>
      <dgm:spPr/>
    </dgm:pt>
    <dgm:pt modelId="{1F4E5EB1-829E-4718-ACC6-734A147AB1E4}" type="pres">
      <dgm:prSet presAssocID="{A0D57E0E-1E5D-4B0D-95A7-4FA62E247056}" presName="rootConnector" presStyleLbl="node2" presStyleIdx="0" presStyleCnt="4"/>
      <dgm:spPr/>
    </dgm:pt>
    <dgm:pt modelId="{4D363A8F-BB24-4D2D-AADB-48F18FAC7B8A}" type="pres">
      <dgm:prSet presAssocID="{A0D57E0E-1E5D-4B0D-95A7-4FA62E247056}" presName="hierChild4" presStyleCnt="0"/>
      <dgm:spPr/>
    </dgm:pt>
    <dgm:pt modelId="{E3174AE9-B0FE-4719-AA7D-CF038D63C03D}" type="pres">
      <dgm:prSet presAssocID="{A0D57E0E-1E5D-4B0D-95A7-4FA62E247056}" presName="hierChild5" presStyleCnt="0"/>
      <dgm:spPr/>
    </dgm:pt>
    <dgm:pt modelId="{5FDB695C-D5CD-4DC8-9F97-830092E1592F}" type="pres">
      <dgm:prSet presAssocID="{55359D91-95B4-4DBD-970B-D3A7B4D119FE}" presName="Name37" presStyleLbl="parChTrans1D2" presStyleIdx="1" presStyleCnt="4"/>
      <dgm:spPr/>
    </dgm:pt>
    <dgm:pt modelId="{848F8796-7CC0-47D5-B1AA-153DBD4C3A57}" type="pres">
      <dgm:prSet presAssocID="{35044DB1-A4D8-4B6A-9E68-D58A93CAF0FE}" presName="hierRoot2" presStyleCnt="0">
        <dgm:presLayoutVars>
          <dgm:hierBranch val="init"/>
        </dgm:presLayoutVars>
      </dgm:prSet>
      <dgm:spPr/>
    </dgm:pt>
    <dgm:pt modelId="{6FA9488D-07EB-4DD1-A2DC-C77E733B7110}" type="pres">
      <dgm:prSet presAssocID="{35044DB1-A4D8-4B6A-9E68-D58A93CAF0FE}" presName="rootComposite" presStyleCnt="0"/>
      <dgm:spPr/>
    </dgm:pt>
    <dgm:pt modelId="{EA761CD2-30E6-43BB-B162-5D63BF3FFB07}" type="pres">
      <dgm:prSet presAssocID="{35044DB1-A4D8-4B6A-9E68-D58A93CAF0FE}" presName="rootText" presStyleLbl="node2" presStyleIdx="1" presStyleCnt="4">
        <dgm:presLayoutVars>
          <dgm:chPref val="3"/>
        </dgm:presLayoutVars>
      </dgm:prSet>
      <dgm:spPr/>
    </dgm:pt>
    <dgm:pt modelId="{4C915882-6B7E-4353-8EC9-DB3DE6956760}" type="pres">
      <dgm:prSet presAssocID="{35044DB1-A4D8-4B6A-9E68-D58A93CAF0FE}" presName="rootConnector" presStyleLbl="node2" presStyleIdx="1" presStyleCnt="4"/>
      <dgm:spPr/>
    </dgm:pt>
    <dgm:pt modelId="{88301FD1-EA2C-455D-A472-2C71A5241BA3}" type="pres">
      <dgm:prSet presAssocID="{35044DB1-A4D8-4B6A-9E68-D58A93CAF0FE}" presName="hierChild4" presStyleCnt="0"/>
      <dgm:spPr/>
    </dgm:pt>
    <dgm:pt modelId="{66BA6E6D-81D6-4842-BC7F-8254B9B26479}" type="pres">
      <dgm:prSet presAssocID="{35044DB1-A4D8-4B6A-9E68-D58A93CAF0FE}" presName="hierChild5" presStyleCnt="0"/>
      <dgm:spPr/>
    </dgm:pt>
    <dgm:pt modelId="{1144EE38-CC52-4F20-ABE7-2862089BD817}" type="pres">
      <dgm:prSet presAssocID="{D4C8F1DC-FA2B-4B6E-B8FE-915CEFAC292C}" presName="Name37" presStyleLbl="parChTrans1D2" presStyleIdx="2" presStyleCnt="4"/>
      <dgm:spPr/>
    </dgm:pt>
    <dgm:pt modelId="{CF6376F2-10F3-4EE3-AB85-F0686233C192}" type="pres">
      <dgm:prSet presAssocID="{259FAAF5-6D90-47AA-B7F3-F3AA3D34E0A1}" presName="hierRoot2" presStyleCnt="0">
        <dgm:presLayoutVars>
          <dgm:hierBranch val="init"/>
        </dgm:presLayoutVars>
      </dgm:prSet>
      <dgm:spPr/>
    </dgm:pt>
    <dgm:pt modelId="{A0CBF2B6-92AF-4225-AD73-E6F034888C1C}" type="pres">
      <dgm:prSet presAssocID="{259FAAF5-6D90-47AA-B7F3-F3AA3D34E0A1}" presName="rootComposite" presStyleCnt="0"/>
      <dgm:spPr/>
    </dgm:pt>
    <dgm:pt modelId="{1521E4A8-5E63-4015-8B25-EA12DEA76D0B}" type="pres">
      <dgm:prSet presAssocID="{259FAAF5-6D90-47AA-B7F3-F3AA3D34E0A1}" presName="rootText" presStyleLbl="node2" presStyleIdx="2" presStyleCnt="4">
        <dgm:presLayoutVars>
          <dgm:chPref val="3"/>
        </dgm:presLayoutVars>
      </dgm:prSet>
      <dgm:spPr/>
    </dgm:pt>
    <dgm:pt modelId="{73B67EE2-25C2-4296-88D2-B46C832D2492}" type="pres">
      <dgm:prSet presAssocID="{259FAAF5-6D90-47AA-B7F3-F3AA3D34E0A1}" presName="rootConnector" presStyleLbl="node2" presStyleIdx="2" presStyleCnt="4"/>
      <dgm:spPr/>
    </dgm:pt>
    <dgm:pt modelId="{A4A0CB07-EA4A-484C-866A-2043F588CA0A}" type="pres">
      <dgm:prSet presAssocID="{259FAAF5-6D90-47AA-B7F3-F3AA3D34E0A1}" presName="hierChild4" presStyleCnt="0"/>
      <dgm:spPr/>
    </dgm:pt>
    <dgm:pt modelId="{E39F6CA7-E211-4D60-90AC-ABD39265A1C6}" type="pres">
      <dgm:prSet presAssocID="{259FAAF5-6D90-47AA-B7F3-F3AA3D34E0A1}" presName="hierChild5" presStyleCnt="0"/>
      <dgm:spPr/>
    </dgm:pt>
    <dgm:pt modelId="{A7E4A2DD-FC39-4E88-8CB9-9F0DBD48D53F}" type="pres">
      <dgm:prSet presAssocID="{1C666AB2-8896-4970-A205-E7E283951163}" presName="Name37" presStyleLbl="parChTrans1D2" presStyleIdx="3" presStyleCnt="4"/>
      <dgm:spPr/>
    </dgm:pt>
    <dgm:pt modelId="{62131DB9-D640-4D79-9709-A71F64D1D44E}" type="pres">
      <dgm:prSet presAssocID="{2DD0189C-2C8E-4860-81DC-7BCEFD67FED3}" presName="hierRoot2" presStyleCnt="0">
        <dgm:presLayoutVars>
          <dgm:hierBranch val="init"/>
        </dgm:presLayoutVars>
      </dgm:prSet>
      <dgm:spPr/>
    </dgm:pt>
    <dgm:pt modelId="{3E9B9370-7651-4AAC-97A5-0CA8269E9E13}" type="pres">
      <dgm:prSet presAssocID="{2DD0189C-2C8E-4860-81DC-7BCEFD67FED3}" presName="rootComposite" presStyleCnt="0"/>
      <dgm:spPr/>
    </dgm:pt>
    <dgm:pt modelId="{C9D528DB-E6B1-46CF-B369-9B123946E92E}" type="pres">
      <dgm:prSet presAssocID="{2DD0189C-2C8E-4860-81DC-7BCEFD67FED3}" presName="rootText" presStyleLbl="node2" presStyleIdx="3" presStyleCnt="4">
        <dgm:presLayoutVars>
          <dgm:chPref val="3"/>
        </dgm:presLayoutVars>
      </dgm:prSet>
      <dgm:spPr/>
    </dgm:pt>
    <dgm:pt modelId="{D7269EB2-0B67-44C7-A195-0D8EC3CB9AE4}" type="pres">
      <dgm:prSet presAssocID="{2DD0189C-2C8E-4860-81DC-7BCEFD67FED3}" presName="rootConnector" presStyleLbl="node2" presStyleIdx="3" presStyleCnt="4"/>
      <dgm:spPr/>
    </dgm:pt>
    <dgm:pt modelId="{8625626D-45BF-4C90-BB05-F4EB31D261DD}" type="pres">
      <dgm:prSet presAssocID="{2DD0189C-2C8E-4860-81DC-7BCEFD67FED3}" presName="hierChild4" presStyleCnt="0"/>
      <dgm:spPr/>
    </dgm:pt>
    <dgm:pt modelId="{770945E0-59BE-4714-8751-E7B08FA7CAA4}" type="pres">
      <dgm:prSet presAssocID="{2DD0189C-2C8E-4860-81DC-7BCEFD67FED3}" presName="hierChild5" presStyleCnt="0"/>
      <dgm:spPr/>
    </dgm:pt>
    <dgm:pt modelId="{0EA9AF28-D1E0-449D-8836-E89BC7249087}" type="pres">
      <dgm:prSet presAssocID="{E802842B-9B5D-4C67-93B2-19A040616BFA}" presName="hierChild3" presStyleCnt="0"/>
      <dgm:spPr/>
    </dgm:pt>
  </dgm:ptLst>
  <dgm:cxnLst>
    <dgm:cxn modelId="{BA84E203-5FAD-4B39-BEBC-3F2724899944}" type="presOf" srcId="{A0D57E0E-1E5D-4B0D-95A7-4FA62E247056}" destId="{4D9A62FA-C251-4AF5-97CC-5511C70EE8A9}" srcOrd="0" destOrd="0" presId="urn:microsoft.com/office/officeart/2005/8/layout/orgChart1"/>
    <dgm:cxn modelId="{27018A0E-B0C2-410B-A5BA-FB867F1C7BBC}" type="presOf" srcId="{55359D91-95B4-4DBD-970B-D3A7B4D119FE}" destId="{5FDB695C-D5CD-4DC8-9F97-830092E1592F}" srcOrd="0" destOrd="0" presId="urn:microsoft.com/office/officeart/2005/8/layout/orgChart1"/>
    <dgm:cxn modelId="{C8260A1F-E72A-4132-BB41-74958059A684}" type="presOf" srcId="{F7E34A23-A5C1-4645-9908-CAD23F2B8E95}" destId="{49BEF10E-9C60-4508-8D7A-15E07CB68CAB}" srcOrd="0" destOrd="0" presId="urn:microsoft.com/office/officeart/2005/8/layout/orgChart1"/>
    <dgm:cxn modelId="{F676FC32-54E3-46AD-A662-82464815984E}" type="presOf" srcId="{35044DB1-A4D8-4B6A-9E68-D58A93CAF0FE}" destId="{4C915882-6B7E-4353-8EC9-DB3DE6956760}" srcOrd="1" destOrd="0" presId="urn:microsoft.com/office/officeart/2005/8/layout/orgChart1"/>
    <dgm:cxn modelId="{05A24943-E935-4DB9-9218-EA3DE60FA3FB}" type="presOf" srcId="{2DD0189C-2C8E-4860-81DC-7BCEFD67FED3}" destId="{D7269EB2-0B67-44C7-A195-0D8EC3CB9AE4}" srcOrd="1" destOrd="0" presId="urn:microsoft.com/office/officeart/2005/8/layout/orgChart1"/>
    <dgm:cxn modelId="{9304A849-48C1-4BC6-A32A-3E1D30AC19CA}" type="presOf" srcId="{259FAAF5-6D90-47AA-B7F3-F3AA3D34E0A1}" destId="{73B67EE2-25C2-4296-88D2-B46C832D2492}" srcOrd="1" destOrd="0" presId="urn:microsoft.com/office/officeart/2005/8/layout/orgChart1"/>
    <dgm:cxn modelId="{006BC06F-5CD1-4B10-9316-3DBAE4D2794B}" type="presOf" srcId="{E802842B-9B5D-4C67-93B2-19A040616BFA}" destId="{E1D3AB15-CEEF-451F-827D-671F82AE438B}" srcOrd="1" destOrd="0" presId="urn:microsoft.com/office/officeart/2005/8/layout/orgChart1"/>
    <dgm:cxn modelId="{268F057A-A83E-43F2-BAEB-D4F80B91C22D}" type="presOf" srcId="{2DD0189C-2C8E-4860-81DC-7BCEFD67FED3}" destId="{C9D528DB-E6B1-46CF-B369-9B123946E92E}" srcOrd="0" destOrd="0" presId="urn:microsoft.com/office/officeart/2005/8/layout/orgChart1"/>
    <dgm:cxn modelId="{DBA6447C-3CA1-46F0-845B-29E02A9E9BDF}" type="presOf" srcId="{E802842B-9B5D-4C67-93B2-19A040616BFA}" destId="{EE906758-C06C-4755-A90E-6EB9901E54E8}" srcOrd="0" destOrd="0" presId="urn:microsoft.com/office/officeart/2005/8/layout/orgChart1"/>
    <dgm:cxn modelId="{D5A40F7F-B00A-41A5-B4BC-30730BF3684B}" type="presOf" srcId="{35044DB1-A4D8-4B6A-9E68-D58A93CAF0FE}" destId="{EA761CD2-30E6-43BB-B162-5D63BF3FFB07}" srcOrd="0" destOrd="0" presId="urn:microsoft.com/office/officeart/2005/8/layout/orgChart1"/>
    <dgm:cxn modelId="{03C5AC8D-C45D-4EBF-98BB-DDE74DA477D9}" srcId="{E802842B-9B5D-4C67-93B2-19A040616BFA}" destId="{2DD0189C-2C8E-4860-81DC-7BCEFD67FED3}" srcOrd="3" destOrd="0" parTransId="{1C666AB2-8896-4970-A205-E7E283951163}" sibTransId="{E3923116-765B-4A60-AC3D-A6BFA6984BD7}"/>
    <dgm:cxn modelId="{A29AB590-AD94-4324-B193-5174A7B4BC8D}" type="presOf" srcId="{1C666AB2-8896-4970-A205-E7E283951163}" destId="{A7E4A2DD-FC39-4E88-8CB9-9F0DBD48D53F}" srcOrd="0" destOrd="0" presId="urn:microsoft.com/office/officeart/2005/8/layout/orgChart1"/>
    <dgm:cxn modelId="{8271B998-A9E1-4EA9-869A-092A849396E5}" type="presOf" srcId="{D4C8F1DC-FA2B-4B6E-B8FE-915CEFAC292C}" destId="{1144EE38-CC52-4F20-ABE7-2862089BD817}" srcOrd="0" destOrd="0" presId="urn:microsoft.com/office/officeart/2005/8/layout/orgChart1"/>
    <dgm:cxn modelId="{0CAF74B7-4214-4D2A-8405-5FC60E8162C3}" type="presOf" srcId="{C908135A-8004-4D11-985D-ED4BD64E0F2C}" destId="{B3259492-CF98-48D1-AE6B-E3CF5FA88C57}" srcOrd="0" destOrd="0" presId="urn:microsoft.com/office/officeart/2005/8/layout/orgChart1"/>
    <dgm:cxn modelId="{5361D3CC-43EA-418F-82FF-D957EA2CC648}" srcId="{F7E34A23-A5C1-4645-9908-CAD23F2B8E95}" destId="{E802842B-9B5D-4C67-93B2-19A040616BFA}" srcOrd="0" destOrd="0" parTransId="{34CDDD16-05A5-410F-93C8-F16B7D93A230}" sibTransId="{FC1F91E2-EA33-4F8F-994B-E5349229F5AE}"/>
    <dgm:cxn modelId="{443415D0-918F-45BC-A752-BB50816FDBB1}" type="presOf" srcId="{A0D57E0E-1E5D-4B0D-95A7-4FA62E247056}" destId="{1F4E5EB1-829E-4718-ACC6-734A147AB1E4}" srcOrd="1" destOrd="0" presId="urn:microsoft.com/office/officeart/2005/8/layout/orgChart1"/>
    <dgm:cxn modelId="{E89A61D4-0CA9-4399-BD7F-A71F37138CBD}" srcId="{E802842B-9B5D-4C67-93B2-19A040616BFA}" destId="{35044DB1-A4D8-4B6A-9E68-D58A93CAF0FE}" srcOrd="1" destOrd="0" parTransId="{55359D91-95B4-4DBD-970B-D3A7B4D119FE}" sibTransId="{7E820F7C-41C5-4FC5-8AEB-F6E084F9269D}"/>
    <dgm:cxn modelId="{CA68E3E0-934D-49C2-ACB9-6140BB531518}" type="presOf" srcId="{259FAAF5-6D90-47AA-B7F3-F3AA3D34E0A1}" destId="{1521E4A8-5E63-4015-8B25-EA12DEA76D0B}" srcOrd="0" destOrd="0" presId="urn:microsoft.com/office/officeart/2005/8/layout/orgChart1"/>
    <dgm:cxn modelId="{DB747AF4-AACB-41A5-AE99-2D13B1A8E9BC}" srcId="{E802842B-9B5D-4C67-93B2-19A040616BFA}" destId="{259FAAF5-6D90-47AA-B7F3-F3AA3D34E0A1}" srcOrd="2" destOrd="0" parTransId="{D4C8F1DC-FA2B-4B6E-B8FE-915CEFAC292C}" sibTransId="{7EB4277B-6D96-40C4-9F43-231780FA01D2}"/>
    <dgm:cxn modelId="{9A39D7F6-8079-466D-AA4E-0CB351792AE8}" srcId="{E802842B-9B5D-4C67-93B2-19A040616BFA}" destId="{A0D57E0E-1E5D-4B0D-95A7-4FA62E247056}" srcOrd="0" destOrd="0" parTransId="{C908135A-8004-4D11-985D-ED4BD64E0F2C}" sibTransId="{E97157AE-D320-413B-BB6F-F614A3090594}"/>
    <dgm:cxn modelId="{CF6D155E-3DA2-476E-B884-E5F228BE0CA7}" type="presParOf" srcId="{49BEF10E-9C60-4508-8D7A-15E07CB68CAB}" destId="{7FCF1128-7CDA-42A4-89BA-268ED3F9780E}" srcOrd="0" destOrd="0" presId="urn:microsoft.com/office/officeart/2005/8/layout/orgChart1"/>
    <dgm:cxn modelId="{F4E22C8A-B664-4C14-BCE0-76D81BDB9F15}" type="presParOf" srcId="{7FCF1128-7CDA-42A4-89BA-268ED3F9780E}" destId="{BD2423A5-2E9B-4272-9233-53AAB5FDF8C6}" srcOrd="0" destOrd="0" presId="urn:microsoft.com/office/officeart/2005/8/layout/orgChart1"/>
    <dgm:cxn modelId="{FC0AE4B9-5381-4A61-8694-03DB9F45B91C}" type="presParOf" srcId="{BD2423A5-2E9B-4272-9233-53AAB5FDF8C6}" destId="{EE906758-C06C-4755-A90E-6EB9901E54E8}" srcOrd="0" destOrd="0" presId="urn:microsoft.com/office/officeart/2005/8/layout/orgChart1"/>
    <dgm:cxn modelId="{40549615-EB51-46E8-8A3D-95980A9041E4}" type="presParOf" srcId="{BD2423A5-2E9B-4272-9233-53AAB5FDF8C6}" destId="{E1D3AB15-CEEF-451F-827D-671F82AE438B}" srcOrd="1" destOrd="0" presId="urn:microsoft.com/office/officeart/2005/8/layout/orgChart1"/>
    <dgm:cxn modelId="{B5C1AC61-91CC-4ECA-AB95-BAC3438AC254}" type="presParOf" srcId="{7FCF1128-7CDA-42A4-89BA-268ED3F9780E}" destId="{821E3216-750E-4135-AB22-FA5A8AD9F371}" srcOrd="1" destOrd="0" presId="urn:microsoft.com/office/officeart/2005/8/layout/orgChart1"/>
    <dgm:cxn modelId="{07A7C077-5914-48C0-BF83-5790A20BDA61}" type="presParOf" srcId="{821E3216-750E-4135-AB22-FA5A8AD9F371}" destId="{B3259492-CF98-48D1-AE6B-E3CF5FA88C57}" srcOrd="0" destOrd="0" presId="urn:microsoft.com/office/officeart/2005/8/layout/orgChart1"/>
    <dgm:cxn modelId="{8F539AC1-E25C-4599-8F34-66AE5BE163FD}" type="presParOf" srcId="{821E3216-750E-4135-AB22-FA5A8AD9F371}" destId="{87BE3EEA-150C-4BCB-BDB0-565439CE3AA6}" srcOrd="1" destOrd="0" presId="urn:microsoft.com/office/officeart/2005/8/layout/orgChart1"/>
    <dgm:cxn modelId="{F5278654-FE8D-41A3-A035-700FA8F7E7C3}" type="presParOf" srcId="{87BE3EEA-150C-4BCB-BDB0-565439CE3AA6}" destId="{EBEE9482-A7E6-4338-B93D-77CFF985CEFF}" srcOrd="0" destOrd="0" presId="urn:microsoft.com/office/officeart/2005/8/layout/orgChart1"/>
    <dgm:cxn modelId="{7435FF12-7FA5-497D-A69B-85DCF4EDD0AB}" type="presParOf" srcId="{EBEE9482-A7E6-4338-B93D-77CFF985CEFF}" destId="{4D9A62FA-C251-4AF5-97CC-5511C70EE8A9}" srcOrd="0" destOrd="0" presId="urn:microsoft.com/office/officeart/2005/8/layout/orgChart1"/>
    <dgm:cxn modelId="{4C4774C6-209E-44A4-B0E9-1CE0AF00B0B8}" type="presParOf" srcId="{EBEE9482-A7E6-4338-B93D-77CFF985CEFF}" destId="{1F4E5EB1-829E-4718-ACC6-734A147AB1E4}" srcOrd="1" destOrd="0" presId="urn:microsoft.com/office/officeart/2005/8/layout/orgChart1"/>
    <dgm:cxn modelId="{3C9F998C-7893-4D64-8F1C-49EBE5B78480}" type="presParOf" srcId="{87BE3EEA-150C-4BCB-BDB0-565439CE3AA6}" destId="{4D363A8F-BB24-4D2D-AADB-48F18FAC7B8A}" srcOrd="1" destOrd="0" presId="urn:microsoft.com/office/officeart/2005/8/layout/orgChart1"/>
    <dgm:cxn modelId="{45644257-D04A-4891-B1AC-B7981524ED3B}" type="presParOf" srcId="{87BE3EEA-150C-4BCB-BDB0-565439CE3AA6}" destId="{E3174AE9-B0FE-4719-AA7D-CF038D63C03D}" srcOrd="2" destOrd="0" presId="urn:microsoft.com/office/officeart/2005/8/layout/orgChart1"/>
    <dgm:cxn modelId="{A9C35730-7E0F-4DA5-B125-ED0A80EB8FCD}" type="presParOf" srcId="{821E3216-750E-4135-AB22-FA5A8AD9F371}" destId="{5FDB695C-D5CD-4DC8-9F97-830092E1592F}" srcOrd="2" destOrd="0" presId="urn:microsoft.com/office/officeart/2005/8/layout/orgChart1"/>
    <dgm:cxn modelId="{A049DDA8-BB9C-4F44-A670-AB0A43675AAA}" type="presParOf" srcId="{821E3216-750E-4135-AB22-FA5A8AD9F371}" destId="{848F8796-7CC0-47D5-B1AA-153DBD4C3A57}" srcOrd="3" destOrd="0" presId="urn:microsoft.com/office/officeart/2005/8/layout/orgChart1"/>
    <dgm:cxn modelId="{F2C2792B-AEEA-47FC-A49E-310F62955E16}" type="presParOf" srcId="{848F8796-7CC0-47D5-B1AA-153DBD4C3A57}" destId="{6FA9488D-07EB-4DD1-A2DC-C77E733B7110}" srcOrd="0" destOrd="0" presId="urn:microsoft.com/office/officeart/2005/8/layout/orgChart1"/>
    <dgm:cxn modelId="{9FBB70AF-8C24-4302-A226-9C249E196DE9}" type="presParOf" srcId="{6FA9488D-07EB-4DD1-A2DC-C77E733B7110}" destId="{EA761CD2-30E6-43BB-B162-5D63BF3FFB07}" srcOrd="0" destOrd="0" presId="urn:microsoft.com/office/officeart/2005/8/layout/orgChart1"/>
    <dgm:cxn modelId="{ED24C18F-7D25-48DC-B855-45CC7BDC9408}" type="presParOf" srcId="{6FA9488D-07EB-4DD1-A2DC-C77E733B7110}" destId="{4C915882-6B7E-4353-8EC9-DB3DE6956760}" srcOrd="1" destOrd="0" presId="urn:microsoft.com/office/officeart/2005/8/layout/orgChart1"/>
    <dgm:cxn modelId="{AC7B97F1-8031-412A-92C6-FA4312A5CAFF}" type="presParOf" srcId="{848F8796-7CC0-47D5-B1AA-153DBD4C3A57}" destId="{88301FD1-EA2C-455D-A472-2C71A5241BA3}" srcOrd="1" destOrd="0" presId="urn:microsoft.com/office/officeart/2005/8/layout/orgChart1"/>
    <dgm:cxn modelId="{06106FD2-2129-4908-B4F9-9D0007C8B9D4}" type="presParOf" srcId="{848F8796-7CC0-47D5-B1AA-153DBD4C3A57}" destId="{66BA6E6D-81D6-4842-BC7F-8254B9B26479}" srcOrd="2" destOrd="0" presId="urn:microsoft.com/office/officeart/2005/8/layout/orgChart1"/>
    <dgm:cxn modelId="{9A4209EF-2CCF-415E-9E46-6E13BC9AD1E0}" type="presParOf" srcId="{821E3216-750E-4135-AB22-FA5A8AD9F371}" destId="{1144EE38-CC52-4F20-ABE7-2862089BD817}" srcOrd="4" destOrd="0" presId="urn:microsoft.com/office/officeart/2005/8/layout/orgChart1"/>
    <dgm:cxn modelId="{0138EE94-E9DE-4BD8-A69F-838F8E316737}" type="presParOf" srcId="{821E3216-750E-4135-AB22-FA5A8AD9F371}" destId="{CF6376F2-10F3-4EE3-AB85-F0686233C192}" srcOrd="5" destOrd="0" presId="urn:microsoft.com/office/officeart/2005/8/layout/orgChart1"/>
    <dgm:cxn modelId="{4E2DC9FB-FF2C-418D-8761-4D7E342947F3}" type="presParOf" srcId="{CF6376F2-10F3-4EE3-AB85-F0686233C192}" destId="{A0CBF2B6-92AF-4225-AD73-E6F034888C1C}" srcOrd="0" destOrd="0" presId="urn:microsoft.com/office/officeart/2005/8/layout/orgChart1"/>
    <dgm:cxn modelId="{1BB29FB1-AF3E-4AF1-AF65-8358DF038013}" type="presParOf" srcId="{A0CBF2B6-92AF-4225-AD73-E6F034888C1C}" destId="{1521E4A8-5E63-4015-8B25-EA12DEA76D0B}" srcOrd="0" destOrd="0" presId="urn:microsoft.com/office/officeart/2005/8/layout/orgChart1"/>
    <dgm:cxn modelId="{EB10A472-69FF-4227-809C-992C7E67E916}" type="presParOf" srcId="{A0CBF2B6-92AF-4225-AD73-E6F034888C1C}" destId="{73B67EE2-25C2-4296-88D2-B46C832D2492}" srcOrd="1" destOrd="0" presId="urn:microsoft.com/office/officeart/2005/8/layout/orgChart1"/>
    <dgm:cxn modelId="{398C79B5-700D-4193-9BC7-2FFCA443F5FB}" type="presParOf" srcId="{CF6376F2-10F3-4EE3-AB85-F0686233C192}" destId="{A4A0CB07-EA4A-484C-866A-2043F588CA0A}" srcOrd="1" destOrd="0" presId="urn:microsoft.com/office/officeart/2005/8/layout/orgChart1"/>
    <dgm:cxn modelId="{92DCDB90-92CE-433B-9747-423FF16E5E0F}" type="presParOf" srcId="{CF6376F2-10F3-4EE3-AB85-F0686233C192}" destId="{E39F6CA7-E211-4D60-90AC-ABD39265A1C6}" srcOrd="2" destOrd="0" presId="urn:microsoft.com/office/officeart/2005/8/layout/orgChart1"/>
    <dgm:cxn modelId="{4014E032-92DC-43ED-A6DA-ED2AF1CD0F39}" type="presParOf" srcId="{821E3216-750E-4135-AB22-FA5A8AD9F371}" destId="{A7E4A2DD-FC39-4E88-8CB9-9F0DBD48D53F}" srcOrd="6" destOrd="0" presId="urn:microsoft.com/office/officeart/2005/8/layout/orgChart1"/>
    <dgm:cxn modelId="{736EED9A-8DBC-4047-A3B9-06743C8E73EE}" type="presParOf" srcId="{821E3216-750E-4135-AB22-FA5A8AD9F371}" destId="{62131DB9-D640-4D79-9709-A71F64D1D44E}" srcOrd="7" destOrd="0" presId="urn:microsoft.com/office/officeart/2005/8/layout/orgChart1"/>
    <dgm:cxn modelId="{613FEB69-0FCA-49A2-B830-E43FC0C5EB77}" type="presParOf" srcId="{62131DB9-D640-4D79-9709-A71F64D1D44E}" destId="{3E9B9370-7651-4AAC-97A5-0CA8269E9E13}" srcOrd="0" destOrd="0" presId="urn:microsoft.com/office/officeart/2005/8/layout/orgChart1"/>
    <dgm:cxn modelId="{CAC4CE00-B220-4BD5-98FF-4FAA2E7DD713}" type="presParOf" srcId="{3E9B9370-7651-4AAC-97A5-0CA8269E9E13}" destId="{C9D528DB-E6B1-46CF-B369-9B123946E92E}" srcOrd="0" destOrd="0" presId="urn:microsoft.com/office/officeart/2005/8/layout/orgChart1"/>
    <dgm:cxn modelId="{7FEDE812-49E4-4F61-BE28-545BE641A804}" type="presParOf" srcId="{3E9B9370-7651-4AAC-97A5-0CA8269E9E13}" destId="{D7269EB2-0B67-44C7-A195-0D8EC3CB9AE4}" srcOrd="1" destOrd="0" presId="urn:microsoft.com/office/officeart/2005/8/layout/orgChart1"/>
    <dgm:cxn modelId="{612F394D-40BB-4E13-9DED-184D7A8167F7}" type="presParOf" srcId="{62131DB9-D640-4D79-9709-A71F64D1D44E}" destId="{8625626D-45BF-4C90-BB05-F4EB31D261DD}" srcOrd="1" destOrd="0" presId="urn:microsoft.com/office/officeart/2005/8/layout/orgChart1"/>
    <dgm:cxn modelId="{2E102FDB-1354-4444-8E86-1F9A2719F876}" type="presParOf" srcId="{62131DB9-D640-4D79-9709-A71F64D1D44E}" destId="{770945E0-59BE-4714-8751-E7B08FA7CAA4}" srcOrd="2" destOrd="0" presId="urn:microsoft.com/office/officeart/2005/8/layout/orgChart1"/>
    <dgm:cxn modelId="{6B2B0206-784A-442B-8308-EB44604A016C}" type="presParOf" srcId="{7FCF1128-7CDA-42A4-89BA-268ED3F9780E}" destId="{0EA9AF28-D1E0-449D-8836-E89BC724908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86686B-A419-4CF4-99AC-8E507D6AB680}">
      <dsp:nvSpPr>
        <dsp:cNvPr id="0" name=""/>
        <dsp:cNvSpPr/>
      </dsp:nvSpPr>
      <dsp:spPr>
        <a:xfrm>
          <a:off x="3048000" y="1742510"/>
          <a:ext cx="1668009" cy="5789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9489"/>
              </a:lnTo>
              <a:lnTo>
                <a:pt x="1668009" y="289489"/>
              </a:lnTo>
              <a:lnTo>
                <a:pt x="1668009" y="578978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55991D-361C-47D1-9C7B-155560E1E474}">
      <dsp:nvSpPr>
        <dsp:cNvPr id="0" name=""/>
        <dsp:cNvSpPr/>
      </dsp:nvSpPr>
      <dsp:spPr>
        <a:xfrm>
          <a:off x="1379990" y="1742510"/>
          <a:ext cx="1668009" cy="578978"/>
        </a:xfrm>
        <a:custGeom>
          <a:avLst/>
          <a:gdLst/>
          <a:ahLst/>
          <a:cxnLst/>
          <a:rect l="0" t="0" r="0" b="0"/>
          <a:pathLst>
            <a:path>
              <a:moveTo>
                <a:pt x="1668009" y="0"/>
              </a:moveTo>
              <a:lnTo>
                <a:pt x="1668009" y="289489"/>
              </a:lnTo>
              <a:lnTo>
                <a:pt x="0" y="289489"/>
              </a:lnTo>
              <a:lnTo>
                <a:pt x="0" y="578978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32B4F4-F153-4B03-9372-6AB9D5B02381}">
      <dsp:nvSpPr>
        <dsp:cNvPr id="0" name=""/>
        <dsp:cNvSpPr/>
      </dsp:nvSpPr>
      <dsp:spPr>
        <a:xfrm>
          <a:off x="1669479" y="363990"/>
          <a:ext cx="2757041" cy="1378520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300" kern="1200" dirty="0"/>
            <a:t>Consejo de Administración</a:t>
          </a:r>
        </a:p>
      </dsp:txBody>
      <dsp:txXfrm>
        <a:off x="1669479" y="363990"/>
        <a:ext cx="2757041" cy="1378520"/>
      </dsp:txXfrm>
    </dsp:sp>
    <dsp:sp modelId="{5D26065D-6C63-4655-A1A0-E014C9C65FC3}">
      <dsp:nvSpPr>
        <dsp:cNvPr id="0" name=""/>
        <dsp:cNvSpPr/>
      </dsp:nvSpPr>
      <dsp:spPr>
        <a:xfrm>
          <a:off x="1469" y="2321489"/>
          <a:ext cx="2757041" cy="1378520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300" kern="1200" dirty="0"/>
            <a:t>Dirección de Operaciones</a:t>
          </a:r>
        </a:p>
      </dsp:txBody>
      <dsp:txXfrm>
        <a:off x="1469" y="2321489"/>
        <a:ext cx="2757041" cy="1378520"/>
      </dsp:txXfrm>
    </dsp:sp>
    <dsp:sp modelId="{156BA709-BC34-4486-87E4-06BCE704656E}">
      <dsp:nvSpPr>
        <dsp:cNvPr id="0" name=""/>
        <dsp:cNvSpPr/>
      </dsp:nvSpPr>
      <dsp:spPr>
        <a:xfrm>
          <a:off x="3337489" y="2321489"/>
          <a:ext cx="2757041" cy="1378520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300" kern="1200" dirty="0"/>
            <a:t>Dirección de Administración y Finanzas</a:t>
          </a:r>
        </a:p>
      </dsp:txBody>
      <dsp:txXfrm>
        <a:off x="3337489" y="2321489"/>
        <a:ext cx="2757041" cy="13785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960D0-3288-4A57-8F3D-941EF8F867C7}">
      <dsp:nvSpPr>
        <dsp:cNvPr id="0" name=""/>
        <dsp:cNvSpPr/>
      </dsp:nvSpPr>
      <dsp:spPr>
        <a:xfrm>
          <a:off x="5104761" y="1761727"/>
          <a:ext cx="591934" cy="17352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5209"/>
              </a:lnTo>
              <a:lnTo>
                <a:pt x="591934" y="1735209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6DCFB9-5750-4119-92CD-3199D8A9A330}">
      <dsp:nvSpPr>
        <dsp:cNvPr id="0" name=""/>
        <dsp:cNvSpPr/>
      </dsp:nvSpPr>
      <dsp:spPr>
        <a:xfrm>
          <a:off x="3926681" y="729089"/>
          <a:ext cx="1759847" cy="3054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714"/>
              </a:lnTo>
              <a:lnTo>
                <a:pt x="1759847" y="152714"/>
              </a:lnTo>
              <a:lnTo>
                <a:pt x="1759847" y="305428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5ED658-9ACC-4476-A08F-5F917B3D8948}">
      <dsp:nvSpPr>
        <dsp:cNvPr id="0" name=""/>
        <dsp:cNvSpPr/>
      </dsp:nvSpPr>
      <dsp:spPr>
        <a:xfrm>
          <a:off x="3344913" y="1761727"/>
          <a:ext cx="218162" cy="27343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4308"/>
              </a:lnTo>
              <a:lnTo>
                <a:pt x="218162" y="273430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FDED15-1DB4-4EBB-AA77-F1F23845D5F6}">
      <dsp:nvSpPr>
        <dsp:cNvPr id="0" name=""/>
        <dsp:cNvSpPr/>
      </dsp:nvSpPr>
      <dsp:spPr>
        <a:xfrm>
          <a:off x="3344913" y="1761727"/>
          <a:ext cx="218162" cy="17016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1670"/>
              </a:lnTo>
              <a:lnTo>
                <a:pt x="218162" y="170167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638A66-AD92-4762-A809-C4C08A8C4B57}">
      <dsp:nvSpPr>
        <dsp:cNvPr id="0" name=""/>
        <dsp:cNvSpPr/>
      </dsp:nvSpPr>
      <dsp:spPr>
        <a:xfrm>
          <a:off x="3344913" y="1761727"/>
          <a:ext cx="218162" cy="6981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98150"/>
              </a:lnTo>
              <a:lnTo>
                <a:pt x="218162" y="69815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92DBE7-0BB5-4BCA-8BC3-C73C88EBCADD}">
      <dsp:nvSpPr>
        <dsp:cNvPr id="0" name=""/>
        <dsp:cNvSpPr/>
      </dsp:nvSpPr>
      <dsp:spPr>
        <a:xfrm>
          <a:off x="3880961" y="729089"/>
          <a:ext cx="91440" cy="3054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5428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34A954-DFB4-458E-90B5-58AF5F13854B}">
      <dsp:nvSpPr>
        <dsp:cNvPr id="0" name=""/>
        <dsp:cNvSpPr/>
      </dsp:nvSpPr>
      <dsp:spPr>
        <a:xfrm>
          <a:off x="1585066" y="1761727"/>
          <a:ext cx="218162" cy="27343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4308"/>
              </a:lnTo>
              <a:lnTo>
                <a:pt x="218162" y="273430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27DF95-814F-4E0D-8AFC-142C026E2FD9}">
      <dsp:nvSpPr>
        <dsp:cNvPr id="0" name=""/>
        <dsp:cNvSpPr/>
      </dsp:nvSpPr>
      <dsp:spPr>
        <a:xfrm>
          <a:off x="1585066" y="1761727"/>
          <a:ext cx="218162" cy="17016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1670"/>
              </a:lnTo>
              <a:lnTo>
                <a:pt x="218162" y="1701670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C52312-CF51-4612-BE69-1B05F1CBE33A}">
      <dsp:nvSpPr>
        <dsp:cNvPr id="0" name=""/>
        <dsp:cNvSpPr/>
      </dsp:nvSpPr>
      <dsp:spPr>
        <a:xfrm>
          <a:off x="1585066" y="1761727"/>
          <a:ext cx="218162" cy="669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9032"/>
              </a:lnTo>
              <a:lnTo>
                <a:pt x="218162" y="669032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271BB0-44A9-4551-94AC-5BD987F2F920}">
      <dsp:nvSpPr>
        <dsp:cNvPr id="0" name=""/>
        <dsp:cNvSpPr/>
      </dsp:nvSpPr>
      <dsp:spPr>
        <a:xfrm>
          <a:off x="2166834" y="729089"/>
          <a:ext cx="1759847" cy="305428"/>
        </a:xfrm>
        <a:custGeom>
          <a:avLst/>
          <a:gdLst/>
          <a:ahLst/>
          <a:cxnLst/>
          <a:rect l="0" t="0" r="0" b="0"/>
          <a:pathLst>
            <a:path>
              <a:moveTo>
                <a:pt x="1759847" y="0"/>
              </a:moveTo>
              <a:lnTo>
                <a:pt x="1759847" y="152714"/>
              </a:lnTo>
              <a:lnTo>
                <a:pt x="0" y="152714"/>
              </a:lnTo>
              <a:lnTo>
                <a:pt x="0" y="305428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F94EAE-5170-4990-BB14-8D02A76C7800}">
      <dsp:nvSpPr>
        <dsp:cNvPr id="0" name=""/>
        <dsp:cNvSpPr/>
      </dsp:nvSpPr>
      <dsp:spPr>
        <a:xfrm>
          <a:off x="3199471" y="1879"/>
          <a:ext cx="1454419" cy="727209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Director de Operaciones</a:t>
          </a:r>
        </a:p>
      </dsp:txBody>
      <dsp:txXfrm>
        <a:off x="3199471" y="1879"/>
        <a:ext cx="1454419" cy="727209"/>
      </dsp:txXfrm>
    </dsp:sp>
    <dsp:sp modelId="{DAA33312-3319-4894-9827-B9A57E0747F6}">
      <dsp:nvSpPr>
        <dsp:cNvPr id="0" name=""/>
        <dsp:cNvSpPr/>
      </dsp:nvSpPr>
      <dsp:spPr>
        <a:xfrm>
          <a:off x="1439624" y="1034517"/>
          <a:ext cx="1454419" cy="727209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Subdirector de Plantas</a:t>
          </a:r>
        </a:p>
      </dsp:txBody>
      <dsp:txXfrm>
        <a:off x="1439624" y="1034517"/>
        <a:ext cx="1454419" cy="727209"/>
      </dsp:txXfrm>
    </dsp:sp>
    <dsp:sp modelId="{17244BF7-3F07-44F5-ACC3-EECBC4C2D41B}">
      <dsp:nvSpPr>
        <dsp:cNvPr id="0" name=""/>
        <dsp:cNvSpPr/>
      </dsp:nvSpPr>
      <dsp:spPr>
        <a:xfrm>
          <a:off x="1803229" y="2067155"/>
          <a:ext cx="1454419" cy="727209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Gerencia de Planta Polanco</a:t>
          </a:r>
        </a:p>
      </dsp:txBody>
      <dsp:txXfrm>
        <a:off x="1803229" y="2067155"/>
        <a:ext cx="1454419" cy="727209"/>
      </dsp:txXfrm>
    </dsp:sp>
    <dsp:sp modelId="{0E630B34-4DD6-4475-AD0A-F206F462C98A}">
      <dsp:nvSpPr>
        <dsp:cNvPr id="0" name=""/>
        <dsp:cNvSpPr/>
      </dsp:nvSpPr>
      <dsp:spPr>
        <a:xfrm>
          <a:off x="1803229" y="3099792"/>
          <a:ext cx="1454419" cy="727209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Gerencia de Planta Tlalnepantla</a:t>
          </a:r>
        </a:p>
      </dsp:txBody>
      <dsp:txXfrm>
        <a:off x="1803229" y="3099792"/>
        <a:ext cx="1454419" cy="727209"/>
      </dsp:txXfrm>
    </dsp:sp>
    <dsp:sp modelId="{15C18B8C-E19A-4895-AFF4-A66B9A7DE4E8}">
      <dsp:nvSpPr>
        <dsp:cNvPr id="0" name=""/>
        <dsp:cNvSpPr/>
      </dsp:nvSpPr>
      <dsp:spPr>
        <a:xfrm>
          <a:off x="1803229" y="4132430"/>
          <a:ext cx="1454419" cy="727209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Gerencia de Querétaro</a:t>
          </a:r>
        </a:p>
      </dsp:txBody>
      <dsp:txXfrm>
        <a:off x="1803229" y="4132430"/>
        <a:ext cx="1454419" cy="727209"/>
      </dsp:txXfrm>
    </dsp:sp>
    <dsp:sp modelId="{90EEF9C0-468E-4324-B9D7-30FDB65DA752}">
      <dsp:nvSpPr>
        <dsp:cNvPr id="0" name=""/>
        <dsp:cNvSpPr/>
      </dsp:nvSpPr>
      <dsp:spPr>
        <a:xfrm>
          <a:off x="3199471" y="1034517"/>
          <a:ext cx="1454419" cy="727209"/>
        </a:xfrm>
        <a:prstGeom prst="rect">
          <a:avLst/>
        </a:prstGeom>
        <a:solidFill>
          <a:schemeClr val="bg1"/>
        </a:solidFill>
        <a:ln>
          <a:solidFill>
            <a:schemeClr val="bg1"/>
          </a:solidFill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700" kern="1200" dirty="0"/>
        </a:p>
      </dsp:txBody>
      <dsp:txXfrm>
        <a:off x="3199471" y="1034517"/>
        <a:ext cx="1454419" cy="727209"/>
      </dsp:txXfrm>
    </dsp:sp>
    <dsp:sp modelId="{ED7CDCB5-EF49-459E-B97C-BE1788824277}">
      <dsp:nvSpPr>
        <dsp:cNvPr id="0" name=""/>
        <dsp:cNvSpPr/>
      </dsp:nvSpPr>
      <dsp:spPr>
        <a:xfrm>
          <a:off x="3563076" y="2096272"/>
          <a:ext cx="1454419" cy="727209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Gerencia de Planeación Logística</a:t>
          </a:r>
        </a:p>
      </dsp:txBody>
      <dsp:txXfrm>
        <a:off x="3563076" y="2096272"/>
        <a:ext cx="1454419" cy="727209"/>
      </dsp:txXfrm>
    </dsp:sp>
    <dsp:sp modelId="{DD1ED2B8-7635-42DA-8236-1638EEF04D2D}">
      <dsp:nvSpPr>
        <dsp:cNvPr id="0" name=""/>
        <dsp:cNvSpPr/>
      </dsp:nvSpPr>
      <dsp:spPr>
        <a:xfrm>
          <a:off x="3563076" y="3099792"/>
          <a:ext cx="1454419" cy="727209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Gerencia de Control de Calidad</a:t>
          </a:r>
        </a:p>
      </dsp:txBody>
      <dsp:txXfrm>
        <a:off x="3563076" y="3099792"/>
        <a:ext cx="1454419" cy="727209"/>
      </dsp:txXfrm>
    </dsp:sp>
    <dsp:sp modelId="{8FED283A-0470-4384-95F4-54E721EFDDF1}">
      <dsp:nvSpPr>
        <dsp:cNvPr id="0" name=""/>
        <dsp:cNvSpPr/>
      </dsp:nvSpPr>
      <dsp:spPr>
        <a:xfrm>
          <a:off x="3563076" y="4132430"/>
          <a:ext cx="1454419" cy="727209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Gerencia de Aseguramiento de Calidad</a:t>
          </a:r>
        </a:p>
      </dsp:txBody>
      <dsp:txXfrm>
        <a:off x="3563076" y="4132430"/>
        <a:ext cx="1454419" cy="727209"/>
      </dsp:txXfrm>
    </dsp:sp>
    <dsp:sp modelId="{D0222E0C-546C-4F66-A965-64881CE118CD}">
      <dsp:nvSpPr>
        <dsp:cNvPr id="0" name=""/>
        <dsp:cNvSpPr/>
      </dsp:nvSpPr>
      <dsp:spPr>
        <a:xfrm>
          <a:off x="4959319" y="1034517"/>
          <a:ext cx="1454419" cy="727209"/>
        </a:xfrm>
        <a:prstGeom prst="rect">
          <a:avLst/>
        </a:prstGeom>
        <a:solidFill>
          <a:schemeClr val="bg1"/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700" kern="1200" dirty="0"/>
        </a:p>
      </dsp:txBody>
      <dsp:txXfrm>
        <a:off x="4959319" y="1034517"/>
        <a:ext cx="1454419" cy="727209"/>
      </dsp:txXfrm>
    </dsp:sp>
    <dsp:sp modelId="{AB8B1375-1224-41BC-997E-39715E09122A}">
      <dsp:nvSpPr>
        <dsp:cNvPr id="0" name=""/>
        <dsp:cNvSpPr/>
      </dsp:nvSpPr>
      <dsp:spPr>
        <a:xfrm>
          <a:off x="5696695" y="3133331"/>
          <a:ext cx="1454419" cy="727209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Ingeniería de Proyectos</a:t>
          </a:r>
        </a:p>
      </dsp:txBody>
      <dsp:txXfrm>
        <a:off x="5696695" y="3133331"/>
        <a:ext cx="1454419" cy="7272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98D541-A523-47F1-B301-DEF766E680AE}">
      <dsp:nvSpPr>
        <dsp:cNvPr id="0" name=""/>
        <dsp:cNvSpPr/>
      </dsp:nvSpPr>
      <dsp:spPr>
        <a:xfrm>
          <a:off x="4356065" y="1191630"/>
          <a:ext cx="249801" cy="1094369"/>
        </a:xfrm>
        <a:custGeom>
          <a:avLst/>
          <a:gdLst/>
          <a:ahLst/>
          <a:cxnLst/>
          <a:rect l="0" t="0" r="0" b="0"/>
          <a:pathLst>
            <a:path>
              <a:moveTo>
                <a:pt x="249801" y="0"/>
              </a:moveTo>
              <a:lnTo>
                <a:pt x="249801" y="1094369"/>
              </a:lnTo>
              <a:lnTo>
                <a:pt x="0" y="1094369"/>
              </a:lnTo>
            </a:path>
          </a:pathLst>
        </a:custGeom>
        <a:noFill/>
        <a:ln w="952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57BA8E-EC5F-4501-B83B-43CEDD1BF208}">
      <dsp:nvSpPr>
        <dsp:cNvPr id="0" name=""/>
        <dsp:cNvSpPr/>
      </dsp:nvSpPr>
      <dsp:spPr>
        <a:xfrm>
          <a:off x="4560146" y="1191630"/>
          <a:ext cx="91440" cy="218873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88738"/>
              </a:lnTo>
            </a:path>
          </a:pathLst>
        </a:custGeom>
        <a:noFill/>
        <a:ln w="952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4C801F-8560-4A83-83FF-FA465630D352}">
      <dsp:nvSpPr>
        <dsp:cNvPr id="0" name=""/>
        <dsp:cNvSpPr/>
      </dsp:nvSpPr>
      <dsp:spPr>
        <a:xfrm>
          <a:off x="3416334" y="2098"/>
          <a:ext cx="2379064" cy="1189532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Gerencia de Control de Calidad</a:t>
          </a:r>
        </a:p>
      </dsp:txBody>
      <dsp:txXfrm>
        <a:off x="3416334" y="2098"/>
        <a:ext cx="2379064" cy="1189532"/>
      </dsp:txXfrm>
    </dsp:sp>
    <dsp:sp modelId="{4C00DCFB-0D68-4F12-A5EF-5F1BEC22BB8F}">
      <dsp:nvSpPr>
        <dsp:cNvPr id="0" name=""/>
        <dsp:cNvSpPr/>
      </dsp:nvSpPr>
      <dsp:spPr>
        <a:xfrm>
          <a:off x="3416334" y="3380369"/>
          <a:ext cx="2379064" cy="1189532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Analista de Control de Calidad</a:t>
          </a:r>
        </a:p>
      </dsp:txBody>
      <dsp:txXfrm>
        <a:off x="3416334" y="3380369"/>
        <a:ext cx="2379064" cy="1189532"/>
      </dsp:txXfrm>
    </dsp:sp>
    <dsp:sp modelId="{9E932DCE-ECD0-4B3A-A8AC-675CF372FF4E}">
      <dsp:nvSpPr>
        <dsp:cNvPr id="0" name=""/>
        <dsp:cNvSpPr/>
      </dsp:nvSpPr>
      <dsp:spPr>
        <a:xfrm>
          <a:off x="1977001" y="1691233"/>
          <a:ext cx="2379064" cy="1189532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dk2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dk2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600" kern="1200" dirty="0"/>
            <a:t>Asistente de Analista de Control de Calidad</a:t>
          </a:r>
        </a:p>
      </dsp:txBody>
      <dsp:txXfrm>
        <a:off x="1977001" y="1691233"/>
        <a:ext cx="2379064" cy="11895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07966-4FAA-424A-92F5-524CE824D27B}">
      <dsp:nvSpPr>
        <dsp:cNvPr id="0" name=""/>
        <dsp:cNvSpPr/>
      </dsp:nvSpPr>
      <dsp:spPr>
        <a:xfrm>
          <a:off x="3770514" y="1779185"/>
          <a:ext cx="115685" cy="506814"/>
        </a:xfrm>
        <a:custGeom>
          <a:avLst/>
          <a:gdLst/>
          <a:ahLst/>
          <a:cxnLst/>
          <a:rect l="0" t="0" r="0" b="0"/>
          <a:pathLst>
            <a:path>
              <a:moveTo>
                <a:pt x="115685" y="0"/>
              </a:moveTo>
              <a:lnTo>
                <a:pt x="115685" y="506814"/>
              </a:lnTo>
              <a:lnTo>
                <a:pt x="0" y="506814"/>
              </a:lnTo>
            </a:path>
          </a:pathLst>
        </a:custGeom>
        <a:noFill/>
        <a:ln w="952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5FF97C-F4E6-471C-8FE9-C870E2DEBE42}">
      <dsp:nvSpPr>
        <dsp:cNvPr id="0" name=""/>
        <dsp:cNvSpPr/>
      </dsp:nvSpPr>
      <dsp:spPr>
        <a:xfrm>
          <a:off x="3886200" y="1779185"/>
          <a:ext cx="3332854" cy="10136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7942"/>
              </a:lnTo>
              <a:lnTo>
                <a:pt x="3332854" y="897942"/>
              </a:lnTo>
              <a:lnTo>
                <a:pt x="3332854" y="1013628"/>
              </a:lnTo>
            </a:path>
          </a:pathLst>
        </a:custGeom>
        <a:noFill/>
        <a:ln w="952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54C0C5-D9D1-4474-9EA9-DBE3A642E579}">
      <dsp:nvSpPr>
        <dsp:cNvPr id="0" name=""/>
        <dsp:cNvSpPr/>
      </dsp:nvSpPr>
      <dsp:spPr>
        <a:xfrm>
          <a:off x="3886200" y="1779185"/>
          <a:ext cx="1999712" cy="10136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7942"/>
              </a:lnTo>
              <a:lnTo>
                <a:pt x="1999712" y="897942"/>
              </a:lnTo>
              <a:lnTo>
                <a:pt x="1999712" y="1013628"/>
              </a:lnTo>
            </a:path>
          </a:pathLst>
        </a:custGeom>
        <a:noFill/>
        <a:ln w="952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08875D-F449-43D6-B984-4C9DDA928F56}">
      <dsp:nvSpPr>
        <dsp:cNvPr id="0" name=""/>
        <dsp:cNvSpPr/>
      </dsp:nvSpPr>
      <dsp:spPr>
        <a:xfrm>
          <a:off x="3886200" y="1779185"/>
          <a:ext cx="666570" cy="10136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7942"/>
              </a:lnTo>
              <a:lnTo>
                <a:pt x="666570" y="897942"/>
              </a:lnTo>
              <a:lnTo>
                <a:pt x="666570" y="1013628"/>
              </a:lnTo>
            </a:path>
          </a:pathLst>
        </a:custGeom>
        <a:noFill/>
        <a:ln w="952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19C17C-C07E-4F34-9251-EAEDA0555660}">
      <dsp:nvSpPr>
        <dsp:cNvPr id="0" name=""/>
        <dsp:cNvSpPr/>
      </dsp:nvSpPr>
      <dsp:spPr>
        <a:xfrm>
          <a:off x="3219629" y="1779185"/>
          <a:ext cx="666570" cy="1013628"/>
        </a:xfrm>
        <a:custGeom>
          <a:avLst/>
          <a:gdLst/>
          <a:ahLst/>
          <a:cxnLst/>
          <a:rect l="0" t="0" r="0" b="0"/>
          <a:pathLst>
            <a:path>
              <a:moveTo>
                <a:pt x="666570" y="0"/>
              </a:moveTo>
              <a:lnTo>
                <a:pt x="666570" y="897942"/>
              </a:lnTo>
              <a:lnTo>
                <a:pt x="0" y="897942"/>
              </a:lnTo>
              <a:lnTo>
                <a:pt x="0" y="1013628"/>
              </a:lnTo>
            </a:path>
          </a:pathLst>
        </a:custGeom>
        <a:noFill/>
        <a:ln w="952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9C09F7-E765-4EF2-BD72-6CADD5437F6E}">
      <dsp:nvSpPr>
        <dsp:cNvPr id="0" name=""/>
        <dsp:cNvSpPr/>
      </dsp:nvSpPr>
      <dsp:spPr>
        <a:xfrm>
          <a:off x="1886487" y="1779185"/>
          <a:ext cx="1999712" cy="1013628"/>
        </a:xfrm>
        <a:custGeom>
          <a:avLst/>
          <a:gdLst/>
          <a:ahLst/>
          <a:cxnLst/>
          <a:rect l="0" t="0" r="0" b="0"/>
          <a:pathLst>
            <a:path>
              <a:moveTo>
                <a:pt x="1999712" y="0"/>
              </a:moveTo>
              <a:lnTo>
                <a:pt x="1999712" y="897942"/>
              </a:lnTo>
              <a:lnTo>
                <a:pt x="0" y="897942"/>
              </a:lnTo>
              <a:lnTo>
                <a:pt x="0" y="1013628"/>
              </a:lnTo>
            </a:path>
          </a:pathLst>
        </a:custGeom>
        <a:noFill/>
        <a:ln w="952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E588BF-4B94-479A-B54F-011B210B9A09}">
      <dsp:nvSpPr>
        <dsp:cNvPr id="0" name=""/>
        <dsp:cNvSpPr/>
      </dsp:nvSpPr>
      <dsp:spPr>
        <a:xfrm>
          <a:off x="553345" y="1779185"/>
          <a:ext cx="3332854" cy="1013628"/>
        </a:xfrm>
        <a:custGeom>
          <a:avLst/>
          <a:gdLst/>
          <a:ahLst/>
          <a:cxnLst/>
          <a:rect l="0" t="0" r="0" b="0"/>
          <a:pathLst>
            <a:path>
              <a:moveTo>
                <a:pt x="3332854" y="0"/>
              </a:moveTo>
              <a:lnTo>
                <a:pt x="3332854" y="897942"/>
              </a:lnTo>
              <a:lnTo>
                <a:pt x="0" y="897942"/>
              </a:lnTo>
              <a:lnTo>
                <a:pt x="0" y="1013628"/>
              </a:lnTo>
            </a:path>
          </a:pathLst>
        </a:custGeom>
        <a:noFill/>
        <a:ln w="9525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C0A4D4-FD63-4C9D-B809-8142EBA7E94B}">
      <dsp:nvSpPr>
        <dsp:cNvPr id="0" name=""/>
        <dsp:cNvSpPr/>
      </dsp:nvSpPr>
      <dsp:spPr>
        <a:xfrm>
          <a:off x="3335315" y="1228300"/>
          <a:ext cx="1101769" cy="55088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accent5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Gerente de Administración y Finanzas</a:t>
          </a:r>
        </a:p>
      </dsp:txBody>
      <dsp:txXfrm>
        <a:off x="3335315" y="1228300"/>
        <a:ext cx="1101769" cy="550884"/>
      </dsp:txXfrm>
    </dsp:sp>
    <dsp:sp modelId="{FCE9BEB7-7B90-466E-8B15-8B67FE99C265}">
      <dsp:nvSpPr>
        <dsp:cNvPr id="0" name=""/>
        <dsp:cNvSpPr/>
      </dsp:nvSpPr>
      <dsp:spPr>
        <a:xfrm>
          <a:off x="2460" y="2792814"/>
          <a:ext cx="1101769" cy="55088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accent5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Jefe de Egresos</a:t>
          </a:r>
        </a:p>
      </dsp:txBody>
      <dsp:txXfrm>
        <a:off x="2460" y="2792814"/>
        <a:ext cx="1101769" cy="550884"/>
      </dsp:txXfrm>
    </dsp:sp>
    <dsp:sp modelId="{DF2F80FE-C878-48FE-97A8-3F3BA88B4652}">
      <dsp:nvSpPr>
        <dsp:cNvPr id="0" name=""/>
        <dsp:cNvSpPr/>
      </dsp:nvSpPr>
      <dsp:spPr>
        <a:xfrm>
          <a:off x="1335602" y="2792814"/>
          <a:ext cx="1101769" cy="55088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accent5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Jefe de Ingresos</a:t>
          </a:r>
        </a:p>
      </dsp:txBody>
      <dsp:txXfrm>
        <a:off x="1335602" y="2792814"/>
        <a:ext cx="1101769" cy="550884"/>
      </dsp:txXfrm>
    </dsp:sp>
    <dsp:sp modelId="{8C66F302-00E8-4074-93BA-0D7C928EB871}">
      <dsp:nvSpPr>
        <dsp:cNvPr id="0" name=""/>
        <dsp:cNvSpPr/>
      </dsp:nvSpPr>
      <dsp:spPr>
        <a:xfrm>
          <a:off x="2668744" y="2792814"/>
          <a:ext cx="1101769" cy="55088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accent5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Jefe de Contabilidad</a:t>
          </a:r>
        </a:p>
      </dsp:txBody>
      <dsp:txXfrm>
        <a:off x="2668744" y="2792814"/>
        <a:ext cx="1101769" cy="550884"/>
      </dsp:txXfrm>
    </dsp:sp>
    <dsp:sp modelId="{CBA0A8CB-657A-49D6-981B-996339A43329}">
      <dsp:nvSpPr>
        <dsp:cNvPr id="0" name=""/>
        <dsp:cNvSpPr/>
      </dsp:nvSpPr>
      <dsp:spPr>
        <a:xfrm>
          <a:off x="4001885" y="2792814"/>
          <a:ext cx="1101769" cy="55088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accent5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Jefe de Impuestos</a:t>
          </a:r>
        </a:p>
      </dsp:txBody>
      <dsp:txXfrm>
        <a:off x="4001885" y="2792814"/>
        <a:ext cx="1101769" cy="550884"/>
      </dsp:txXfrm>
    </dsp:sp>
    <dsp:sp modelId="{7C3ECB28-0EFB-48EB-9495-E2498129183B}">
      <dsp:nvSpPr>
        <dsp:cNvPr id="0" name=""/>
        <dsp:cNvSpPr/>
      </dsp:nvSpPr>
      <dsp:spPr>
        <a:xfrm>
          <a:off x="5335027" y="2792814"/>
          <a:ext cx="1101769" cy="55088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accent5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Jefe de Tesorería</a:t>
          </a:r>
        </a:p>
      </dsp:txBody>
      <dsp:txXfrm>
        <a:off x="5335027" y="2792814"/>
        <a:ext cx="1101769" cy="550884"/>
      </dsp:txXfrm>
    </dsp:sp>
    <dsp:sp modelId="{F194F224-BB72-45EB-AEBE-5056AD84BCD0}">
      <dsp:nvSpPr>
        <dsp:cNvPr id="0" name=""/>
        <dsp:cNvSpPr/>
      </dsp:nvSpPr>
      <dsp:spPr>
        <a:xfrm>
          <a:off x="6668169" y="2792814"/>
          <a:ext cx="1101769" cy="55088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accent5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Jefe de Facturación</a:t>
          </a:r>
        </a:p>
      </dsp:txBody>
      <dsp:txXfrm>
        <a:off x="6668169" y="2792814"/>
        <a:ext cx="1101769" cy="550884"/>
      </dsp:txXfrm>
    </dsp:sp>
    <dsp:sp modelId="{501622E8-D5E8-467F-B5E0-2CD670D2AD1F}">
      <dsp:nvSpPr>
        <dsp:cNvPr id="0" name=""/>
        <dsp:cNvSpPr/>
      </dsp:nvSpPr>
      <dsp:spPr>
        <a:xfrm>
          <a:off x="2668744" y="2010557"/>
          <a:ext cx="1101769" cy="550884"/>
        </a:xfrm>
        <a:prstGeom prst="rect">
          <a:avLst/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22000"/>
                <a:satMod val="160000"/>
              </a:schemeClr>
              <a:schemeClr val="accent5">
                <a:hueOff val="0"/>
                <a:satOff val="0"/>
                <a:lumOff val="0"/>
                <a:alphaOff val="0"/>
                <a:shade val="45000"/>
                <a:satMod val="100000"/>
              </a:schemeClr>
            </a:duotone>
          </a:blip>
          <a:tile tx="0" ty="0" sx="65000" sy="65000" flip="none" algn="ctr"/>
        </a:blip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kern="1200" dirty="0"/>
            <a:t>Jefe de Auditoría Interna de </a:t>
          </a:r>
          <a:r>
            <a:rPr lang="es-MX" sz="1300" kern="1200" dirty="0" err="1"/>
            <a:t>CxC</a:t>
          </a:r>
          <a:endParaRPr lang="es-MX" sz="1300" kern="1200" dirty="0"/>
        </a:p>
      </dsp:txBody>
      <dsp:txXfrm>
        <a:off x="2668744" y="2010557"/>
        <a:ext cx="1101769" cy="5508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B6BA69-D086-4EE5-9A33-6072B034F8E4}">
      <dsp:nvSpPr>
        <dsp:cNvPr id="0" name=""/>
        <dsp:cNvSpPr/>
      </dsp:nvSpPr>
      <dsp:spPr>
        <a:xfrm>
          <a:off x="2909896" y="1426976"/>
          <a:ext cx="138103" cy="605023"/>
        </a:xfrm>
        <a:custGeom>
          <a:avLst/>
          <a:gdLst/>
          <a:ahLst/>
          <a:cxnLst/>
          <a:rect l="0" t="0" r="0" b="0"/>
          <a:pathLst>
            <a:path>
              <a:moveTo>
                <a:pt x="138103" y="0"/>
              </a:moveTo>
              <a:lnTo>
                <a:pt x="138103" y="605023"/>
              </a:lnTo>
              <a:lnTo>
                <a:pt x="0" y="60502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E4A2DD-FC39-4E88-8CB9-9F0DBD48D53F}">
      <dsp:nvSpPr>
        <dsp:cNvPr id="0" name=""/>
        <dsp:cNvSpPr/>
      </dsp:nvSpPr>
      <dsp:spPr>
        <a:xfrm>
          <a:off x="3048000" y="1426976"/>
          <a:ext cx="2387212" cy="12100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1943"/>
              </a:lnTo>
              <a:lnTo>
                <a:pt x="2387212" y="1071943"/>
              </a:lnTo>
              <a:lnTo>
                <a:pt x="2387212" y="121004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44EE38-CC52-4F20-ABE7-2862089BD817}">
      <dsp:nvSpPr>
        <dsp:cNvPr id="0" name=""/>
        <dsp:cNvSpPr/>
      </dsp:nvSpPr>
      <dsp:spPr>
        <a:xfrm>
          <a:off x="3048000" y="1426976"/>
          <a:ext cx="795737" cy="12100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1943"/>
              </a:lnTo>
              <a:lnTo>
                <a:pt x="795737" y="1071943"/>
              </a:lnTo>
              <a:lnTo>
                <a:pt x="795737" y="121004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DB695C-D5CD-4DC8-9F97-830092E1592F}">
      <dsp:nvSpPr>
        <dsp:cNvPr id="0" name=""/>
        <dsp:cNvSpPr/>
      </dsp:nvSpPr>
      <dsp:spPr>
        <a:xfrm>
          <a:off x="2252262" y="1426976"/>
          <a:ext cx="795737" cy="1210047"/>
        </a:xfrm>
        <a:custGeom>
          <a:avLst/>
          <a:gdLst/>
          <a:ahLst/>
          <a:cxnLst/>
          <a:rect l="0" t="0" r="0" b="0"/>
          <a:pathLst>
            <a:path>
              <a:moveTo>
                <a:pt x="795737" y="0"/>
              </a:moveTo>
              <a:lnTo>
                <a:pt x="795737" y="1071943"/>
              </a:lnTo>
              <a:lnTo>
                <a:pt x="0" y="1071943"/>
              </a:lnTo>
              <a:lnTo>
                <a:pt x="0" y="121004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259492-CF98-48D1-AE6B-E3CF5FA88C57}">
      <dsp:nvSpPr>
        <dsp:cNvPr id="0" name=""/>
        <dsp:cNvSpPr/>
      </dsp:nvSpPr>
      <dsp:spPr>
        <a:xfrm>
          <a:off x="660787" y="1426976"/>
          <a:ext cx="2387212" cy="1210047"/>
        </a:xfrm>
        <a:custGeom>
          <a:avLst/>
          <a:gdLst/>
          <a:ahLst/>
          <a:cxnLst/>
          <a:rect l="0" t="0" r="0" b="0"/>
          <a:pathLst>
            <a:path>
              <a:moveTo>
                <a:pt x="2387212" y="0"/>
              </a:moveTo>
              <a:lnTo>
                <a:pt x="2387212" y="1071943"/>
              </a:lnTo>
              <a:lnTo>
                <a:pt x="0" y="1071943"/>
              </a:lnTo>
              <a:lnTo>
                <a:pt x="0" y="121004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906758-C06C-4755-A90E-6EB9901E54E8}">
      <dsp:nvSpPr>
        <dsp:cNvPr id="0" name=""/>
        <dsp:cNvSpPr/>
      </dsp:nvSpPr>
      <dsp:spPr>
        <a:xfrm>
          <a:off x="2390365" y="769342"/>
          <a:ext cx="1315268" cy="657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Dirección General</a:t>
          </a:r>
        </a:p>
      </dsp:txBody>
      <dsp:txXfrm>
        <a:off x="2390365" y="769342"/>
        <a:ext cx="1315268" cy="657634"/>
      </dsp:txXfrm>
    </dsp:sp>
    <dsp:sp modelId="{4D9A62FA-C251-4AF5-97CC-5511C70EE8A9}">
      <dsp:nvSpPr>
        <dsp:cNvPr id="0" name=""/>
        <dsp:cNvSpPr/>
      </dsp:nvSpPr>
      <dsp:spPr>
        <a:xfrm>
          <a:off x="3153" y="2637023"/>
          <a:ext cx="1315268" cy="657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Logística</a:t>
          </a:r>
        </a:p>
      </dsp:txBody>
      <dsp:txXfrm>
        <a:off x="3153" y="2637023"/>
        <a:ext cx="1315268" cy="657634"/>
      </dsp:txXfrm>
    </dsp:sp>
    <dsp:sp modelId="{EA761CD2-30E6-43BB-B162-5D63BF3FFB07}">
      <dsp:nvSpPr>
        <dsp:cNvPr id="0" name=""/>
        <dsp:cNvSpPr/>
      </dsp:nvSpPr>
      <dsp:spPr>
        <a:xfrm>
          <a:off x="1594628" y="2637023"/>
          <a:ext cx="1315268" cy="657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Mantenimiento de Unidades</a:t>
          </a:r>
        </a:p>
      </dsp:txBody>
      <dsp:txXfrm>
        <a:off x="1594628" y="2637023"/>
        <a:ext cx="1315268" cy="657634"/>
      </dsp:txXfrm>
    </dsp:sp>
    <dsp:sp modelId="{1521E4A8-5E63-4015-8B25-EA12DEA76D0B}">
      <dsp:nvSpPr>
        <dsp:cNvPr id="0" name=""/>
        <dsp:cNvSpPr/>
      </dsp:nvSpPr>
      <dsp:spPr>
        <a:xfrm>
          <a:off x="3186103" y="2637023"/>
          <a:ext cx="1315268" cy="657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Seguridad</a:t>
          </a:r>
        </a:p>
      </dsp:txBody>
      <dsp:txXfrm>
        <a:off x="3186103" y="2637023"/>
        <a:ext cx="1315268" cy="657634"/>
      </dsp:txXfrm>
    </dsp:sp>
    <dsp:sp modelId="{C9D528DB-E6B1-46CF-B369-9B123946E92E}">
      <dsp:nvSpPr>
        <dsp:cNvPr id="0" name=""/>
        <dsp:cNvSpPr/>
      </dsp:nvSpPr>
      <dsp:spPr>
        <a:xfrm>
          <a:off x="4777578" y="2637023"/>
          <a:ext cx="1315268" cy="657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Admón. y Finanzas</a:t>
          </a:r>
        </a:p>
      </dsp:txBody>
      <dsp:txXfrm>
        <a:off x="4777578" y="2637023"/>
        <a:ext cx="1315268" cy="657634"/>
      </dsp:txXfrm>
    </dsp:sp>
    <dsp:sp modelId="{87265542-F81B-4ED4-BD4D-BDA58A7CA25C}">
      <dsp:nvSpPr>
        <dsp:cNvPr id="0" name=""/>
        <dsp:cNvSpPr/>
      </dsp:nvSpPr>
      <dsp:spPr>
        <a:xfrm>
          <a:off x="1594628" y="1703182"/>
          <a:ext cx="1315268" cy="657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Asesor Técnico</a:t>
          </a:r>
        </a:p>
      </dsp:txBody>
      <dsp:txXfrm>
        <a:off x="1594628" y="1703182"/>
        <a:ext cx="1315268" cy="6576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4A2DD-FC39-4E88-8CB9-9F0DBD48D53F}">
      <dsp:nvSpPr>
        <dsp:cNvPr id="0" name=""/>
        <dsp:cNvSpPr/>
      </dsp:nvSpPr>
      <dsp:spPr>
        <a:xfrm>
          <a:off x="3171527" y="1869870"/>
          <a:ext cx="231613" cy="18065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06587"/>
              </a:lnTo>
              <a:lnTo>
                <a:pt x="231613" y="180658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44EE38-CC52-4F20-ABE7-2862089BD817}">
      <dsp:nvSpPr>
        <dsp:cNvPr id="0" name=""/>
        <dsp:cNvSpPr/>
      </dsp:nvSpPr>
      <dsp:spPr>
        <a:xfrm>
          <a:off x="3171527" y="1869870"/>
          <a:ext cx="231613" cy="7102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0282"/>
              </a:lnTo>
              <a:lnTo>
                <a:pt x="231613" y="71028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DB695C-D5CD-4DC8-9F97-830092E1592F}">
      <dsp:nvSpPr>
        <dsp:cNvPr id="0" name=""/>
        <dsp:cNvSpPr/>
      </dsp:nvSpPr>
      <dsp:spPr>
        <a:xfrm>
          <a:off x="2854988" y="773565"/>
          <a:ext cx="934175" cy="3242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129"/>
              </a:lnTo>
              <a:lnTo>
                <a:pt x="934175" y="162129"/>
              </a:lnTo>
              <a:lnTo>
                <a:pt x="934175" y="3242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259492-CF98-48D1-AE6B-E3CF5FA88C57}">
      <dsp:nvSpPr>
        <dsp:cNvPr id="0" name=""/>
        <dsp:cNvSpPr/>
      </dsp:nvSpPr>
      <dsp:spPr>
        <a:xfrm>
          <a:off x="1920812" y="773565"/>
          <a:ext cx="934175" cy="324259"/>
        </a:xfrm>
        <a:custGeom>
          <a:avLst/>
          <a:gdLst/>
          <a:ahLst/>
          <a:cxnLst/>
          <a:rect l="0" t="0" r="0" b="0"/>
          <a:pathLst>
            <a:path>
              <a:moveTo>
                <a:pt x="934175" y="0"/>
              </a:moveTo>
              <a:lnTo>
                <a:pt x="934175" y="162129"/>
              </a:lnTo>
              <a:lnTo>
                <a:pt x="0" y="162129"/>
              </a:lnTo>
              <a:lnTo>
                <a:pt x="0" y="32425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906758-C06C-4755-A90E-6EB9901E54E8}">
      <dsp:nvSpPr>
        <dsp:cNvPr id="0" name=""/>
        <dsp:cNvSpPr/>
      </dsp:nvSpPr>
      <dsp:spPr>
        <a:xfrm>
          <a:off x="2082942" y="1519"/>
          <a:ext cx="1544091" cy="77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Logística</a:t>
          </a:r>
        </a:p>
      </dsp:txBody>
      <dsp:txXfrm>
        <a:off x="2082942" y="1519"/>
        <a:ext cx="1544091" cy="772045"/>
      </dsp:txXfrm>
    </dsp:sp>
    <dsp:sp modelId="{4D9A62FA-C251-4AF5-97CC-5511C70EE8A9}">
      <dsp:nvSpPr>
        <dsp:cNvPr id="0" name=""/>
        <dsp:cNvSpPr/>
      </dsp:nvSpPr>
      <dsp:spPr>
        <a:xfrm>
          <a:off x="1148767" y="1097824"/>
          <a:ext cx="1544091" cy="77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Operadores</a:t>
          </a:r>
        </a:p>
      </dsp:txBody>
      <dsp:txXfrm>
        <a:off x="1148767" y="1097824"/>
        <a:ext cx="1544091" cy="772045"/>
      </dsp:txXfrm>
    </dsp:sp>
    <dsp:sp modelId="{EA761CD2-30E6-43BB-B162-5D63BF3FFB07}">
      <dsp:nvSpPr>
        <dsp:cNvPr id="0" name=""/>
        <dsp:cNvSpPr/>
      </dsp:nvSpPr>
      <dsp:spPr>
        <a:xfrm>
          <a:off x="3017118" y="1097824"/>
          <a:ext cx="1544091" cy="77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Patio</a:t>
          </a:r>
        </a:p>
      </dsp:txBody>
      <dsp:txXfrm>
        <a:off x="3017118" y="1097824"/>
        <a:ext cx="1544091" cy="772045"/>
      </dsp:txXfrm>
    </dsp:sp>
    <dsp:sp modelId="{1521E4A8-5E63-4015-8B25-EA12DEA76D0B}">
      <dsp:nvSpPr>
        <dsp:cNvPr id="0" name=""/>
        <dsp:cNvSpPr/>
      </dsp:nvSpPr>
      <dsp:spPr>
        <a:xfrm>
          <a:off x="3403141" y="2194129"/>
          <a:ext cx="1544091" cy="77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Lavado</a:t>
          </a:r>
        </a:p>
      </dsp:txBody>
      <dsp:txXfrm>
        <a:off x="3403141" y="2194129"/>
        <a:ext cx="1544091" cy="772045"/>
      </dsp:txXfrm>
    </dsp:sp>
    <dsp:sp modelId="{C9D528DB-E6B1-46CF-B369-9B123946E92E}">
      <dsp:nvSpPr>
        <dsp:cNvPr id="0" name=""/>
        <dsp:cNvSpPr/>
      </dsp:nvSpPr>
      <dsp:spPr>
        <a:xfrm>
          <a:off x="3403141" y="3290434"/>
          <a:ext cx="1544091" cy="77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700" kern="1200" dirty="0"/>
            <a:t>Fumigación</a:t>
          </a:r>
        </a:p>
      </dsp:txBody>
      <dsp:txXfrm>
        <a:off x="3403141" y="3290434"/>
        <a:ext cx="1544091" cy="77204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DDA0CF-2A1F-4EF4-A9AF-C0872E94F5B4}">
      <dsp:nvSpPr>
        <dsp:cNvPr id="0" name=""/>
        <dsp:cNvSpPr/>
      </dsp:nvSpPr>
      <dsp:spPr>
        <a:xfrm>
          <a:off x="3048000" y="1922415"/>
          <a:ext cx="2525650" cy="2191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584"/>
              </a:lnTo>
              <a:lnTo>
                <a:pt x="2525650" y="109584"/>
              </a:lnTo>
              <a:lnTo>
                <a:pt x="2525650" y="2191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E4A2DD-FC39-4E88-8CB9-9F0DBD48D53F}">
      <dsp:nvSpPr>
        <dsp:cNvPr id="0" name=""/>
        <dsp:cNvSpPr/>
      </dsp:nvSpPr>
      <dsp:spPr>
        <a:xfrm>
          <a:off x="3048000" y="1922415"/>
          <a:ext cx="1262825" cy="2191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9584"/>
              </a:lnTo>
              <a:lnTo>
                <a:pt x="1262825" y="109584"/>
              </a:lnTo>
              <a:lnTo>
                <a:pt x="1262825" y="2191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44EE38-CC52-4F20-ABE7-2862089BD817}">
      <dsp:nvSpPr>
        <dsp:cNvPr id="0" name=""/>
        <dsp:cNvSpPr/>
      </dsp:nvSpPr>
      <dsp:spPr>
        <a:xfrm>
          <a:off x="3002280" y="1922415"/>
          <a:ext cx="91440" cy="21916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91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DB695C-D5CD-4DC8-9F97-830092E1592F}">
      <dsp:nvSpPr>
        <dsp:cNvPr id="0" name=""/>
        <dsp:cNvSpPr/>
      </dsp:nvSpPr>
      <dsp:spPr>
        <a:xfrm>
          <a:off x="1785174" y="1922415"/>
          <a:ext cx="1262825" cy="219168"/>
        </a:xfrm>
        <a:custGeom>
          <a:avLst/>
          <a:gdLst/>
          <a:ahLst/>
          <a:cxnLst/>
          <a:rect l="0" t="0" r="0" b="0"/>
          <a:pathLst>
            <a:path>
              <a:moveTo>
                <a:pt x="1262825" y="0"/>
              </a:moveTo>
              <a:lnTo>
                <a:pt x="1262825" y="109584"/>
              </a:lnTo>
              <a:lnTo>
                <a:pt x="0" y="109584"/>
              </a:lnTo>
              <a:lnTo>
                <a:pt x="0" y="2191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259492-CF98-48D1-AE6B-E3CF5FA88C57}">
      <dsp:nvSpPr>
        <dsp:cNvPr id="0" name=""/>
        <dsp:cNvSpPr/>
      </dsp:nvSpPr>
      <dsp:spPr>
        <a:xfrm>
          <a:off x="522349" y="1922415"/>
          <a:ext cx="2525650" cy="219168"/>
        </a:xfrm>
        <a:custGeom>
          <a:avLst/>
          <a:gdLst/>
          <a:ahLst/>
          <a:cxnLst/>
          <a:rect l="0" t="0" r="0" b="0"/>
          <a:pathLst>
            <a:path>
              <a:moveTo>
                <a:pt x="2525650" y="0"/>
              </a:moveTo>
              <a:lnTo>
                <a:pt x="2525650" y="109584"/>
              </a:lnTo>
              <a:lnTo>
                <a:pt x="0" y="109584"/>
              </a:lnTo>
              <a:lnTo>
                <a:pt x="0" y="21916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906758-C06C-4755-A90E-6EB9901E54E8}">
      <dsp:nvSpPr>
        <dsp:cNvPr id="0" name=""/>
        <dsp:cNvSpPr/>
      </dsp:nvSpPr>
      <dsp:spPr>
        <a:xfrm>
          <a:off x="2526171" y="1400587"/>
          <a:ext cx="1043657" cy="5218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Mantenimiento de Unidades</a:t>
          </a:r>
        </a:p>
      </dsp:txBody>
      <dsp:txXfrm>
        <a:off x="2526171" y="1400587"/>
        <a:ext cx="1043657" cy="521828"/>
      </dsp:txXfrm>
    </dsp:sp>
    <dsp:sp modelId="{4D9A62FA-C251-4AF5-97CC-5511C70EE8A9}">
      <dsp:nvSpPr>
        <dsp:cNvPr id="0" name=""/>
        <dsp:cNvSpPr/>
      </dsp:nvSpPr>
      <dsp:spPr>
        <a:xfrm>
          <a:off x="520" y="2141584"/>
          <a:ext cx="1043657" cy="5218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Mecánica</a:t>
          </a:r>
        </a:p>
      </dsp:txBody>
      <dsp:txXfrm>
        <a:off x="520" y="2141584"/>
        <a:ext cx="1043657" cy="521828"/>
      </dsp:txXfrm>
    </dsp:sp>
    <dsp:sp modelId="{EA761CD2-30E6-43BB-B162-5D63BF3FFB07}">
      <dsp:nvSpPr>
        <dsp:cNvPr id="0" name=""/>
        <dsp:cNvSpPr/>
      </dsp:nvSpPr>
      <dsp:spPr>
        <a:xfrm>
          <a:off x="1263346" y="2141584"/>
          <a:ext cx="1043657" cy="5218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 err="1"/>
            <a:t>Paillería</a:t>
          </a:r>
          <a:endParaRPr lang="es-MX" sz="1400" kern="1200" dirty="0"/>
        </a:p>
      </dsp:txBody>
      <dsp:txXfrm>
        <a:off x="1263346" y="2141584"/>
        <a:ext cx="1043657" cy="521828"/>
      </dsp:txXfrm>
    </dsp:sp>
    <dsp:sp modelId="{1521E4A8-5E63-4015-8B25-EA12DEA76D0B}">
      <dsp:nvSpPr>
        <dsp:cNvPr id="0" name=""/>
        <dsp:cNvSpPr/>
      </dsp:nvSpPr>
      <dsp:spPr>
        <a:xfrm>
          <a:off x="2526171" y="2141584"/>
          <a:ext cx="1043657" cy="5218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Alineación y Balanceo</a:t>
          </a:r>
        </a:p>
      </dsp:txBody>
      <dsp:txXfrm>
        <a:off x="2526171" y="2141584"/>
        <a:ext cx="1043657" cy="521828"/>
      </dsp:txXfrm>
    </dsp:sp>
    <dsp:sp modelId="{C9D528DB-E6B1-46CF-B369-9B123946E92E}">
      <dsp:nvSpPr>
        <dsp:cNvPr id="0" name=""/>
        <dsp:cNvSpPr/>
      </dsp:nvSpPr>
      <dsp:spPr>
        <a:xfrm>
          <a:off x="3788996" y="2141584"/>
          <a:ext cx="1043657" cy="5218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Pintura y Rotulación</a:t>
          </a:r>
        </a:p>
      </dsp:txBody>
      <dsp:txXfrm>
        <a:off x="3788996" y="2141584"/>
        <a:ext cx="1043657" cy="521828"/>
      </dsp:txXfrm>
    </dsp:sp>
    <dsp:sp modelId="{008F74CD-24AD-47A8-8046-6178FA4B42B8}">
      <dsp:nvSpPr>
        <dsp:cNvPr id="0" name=""/>
        <dsp:cNvSpPr/>
      </dsp:nvSpPr>
      <dsp:spPr>
        <a:xfrm>
          <a:off x="5051821" y="2141584"/>
          <a:ext cx="1043657" cy="5218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Refacciones y Llantas</a:t>
          </a:r>
        </a:p>
      </dsp:txBody>
      <dsp:txXfrm>
        <a:off x="5051821" y="2141584"/>
        <a:ext cx="1043657" cy="52182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4A2DD-FC39-4E88-8CB9-9F0DBD48D53F}">
      <dsp:nvSpPr>
        <dsp:cNvPr id="0" name=""/>
        <dsp:cNvSpPr/>
      </dsp:nvSpPr>
      <dsp:spPr>
        <a:xfrm>
          <a:off x="3048000" y="1893896"/>
          <a:ext cx="2387212" cy="2762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103"/>
              </a:lnTo>
              <a:lnTo>
                <a:pt x="2387212" y="138103"/>
              </a:lnTo>
              <a:lnTo>
                <a:pt x="2387212" y="27620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44EE38-CC52-4F20-ABE7-2862089BD817}">
      <dsp:nvSpPr>
        <dsp:cNvPr id="0" name=""/>
        <dsp:cNvSpPr/>
      </dsp:nvSpPr>
      <dsp:spPr>
        <a:xfrm>
          <a:off x="3048000" y="1893896"/>
          <a:ext cx="795737" cy="2762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103"/>
              </a:lnTo>
              <a:lnTo>
                <a:pt x="795737" y="138103"/>
              </a:lnTo>
              <a:lnTo>
                <a:pt x="795737" y="27620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DB695C-D5CD-4DC8-9F97-830092E1592F}">
      <dsp:nvSpPr>
        <dsp:cNvPr id="0" name=""/>
        <dsp:cNvSpPr/>
      </dsp:nvSpPr>
      <dsp:spPr>
        <a:xfrm>
          <a:off x="2252262" y="1893896"/>
          <a:ext cx="795737" cy="276206"/>
        </a:xfrm>
        <a:custGeom>
          <a:avLst/>
          <a:gdLst/>
          <a:ahLst/>
          <a:cxnLst/>
          <a:rect l="0" t="0" r="0" b="0"/>
          <a:pathLst>
            <a:path>
              <a:moveTo>
                <a:pt x="795737" y="0"/>
              </a:moveTo>
              <a:lnTo>
                <a:pt x="795737" y="138103"/>
              </a:lnTo>
              <a:lnTo>
                <a:pt x="0" y="138103"/>
              </a:lnTo>
              <a:lnTo>
                <a:pt x="0" y="27620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259492-CF98-48D1-AE6B-E3CF5FA88C57}">
      <dsp:nvSpPr>
        <dsp:cNvPr id="0" name=""/>
        <dsp:cNvSpPr/>
      </dsp:nvSpPr>
      <dsp:spPr>
        <a:xfrm>
          <a:off x="660787" y="1893896"/>
          <a:ext cx="2387212" cy="276206"/>
        </a:xfrm>
        <a:custGeom>
          <a:avLst/>
          <a:gdLst/>
          <a:ahLst/>
          <a:cxnLst/>
          <a:rect l="0" t="0" r="0" b="0"/>
          <a:pathLst>
            <a:path>
              <a:moveTo>
                <a:pt x="2387212" y="0"/>
              </a:moveTo>
              <a:lnTo>
                <a:pt x="2387212" y="138103"/>
              </a:lnTo>
              <a:lnTo>
                <a:pt x="0" y="138103"/>
              </a:lnTo>
              <a:lnTo>
                <a:pt x="0" y="27620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906758-C06C-4755-A90E-6EB9901E54E8}">
      <dsp:nvSpPr>
        <dsp:cNvPr id="0" name=""/>
        <dsp:cNvSpPr/>
      </dsp:nvSpPr>
      <dsp:spPr>
        <a:xfrm>
          <a:off x="2390365" y="1236262"/>
          <a:ext cx="1315268" cy="657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Seguridad</a:t>
          </a:r>
        </a:p>
      </dsp:txBody>
      <dsp:txXfrm>
        <a:off x="2390365" y="1236262"/>
        <a:ext cx="1315268" cy="657634"/>
      </dsp:txXfrm>
    </dsp:sp>
    <dsp:sp modelId="{4D9A62FA-C251-4AF5-97CC-5511C70EE8A9}">
      <dsp:nvSpPr>
        <dsp:cNvPr id="0" name=""/>
        <dsp:cNvSpPr/>
      </dsp:nvSpPr>
      <dsp:spPr>
        <a:xfrm>
          <a:off x="3153" y="2170103"/>
          <a:ext cx="1315268" cy="657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Monitoreo</a:t>
          </a:r>
        </a:p>
      </dsp:txBody>
      <dsp:txXfrm>
        <a:off x="3153" y="2170103"/>
        <a:ext cx="1315268" cy="657634"/>
      </dsp:txXfrm>
    </dsp:sp>
    <dsp:sp modelId="{EA761CD2-30E6-43BB-B162-5D63BF3FFB07}">
      <dsp:nvSpPr>
        <dsp:cNvPr id="0" name=""/>
        <dsp:cNvSpPr/>
      </dsp:nvSpPr>
      <dsp:spPr>
        <a:xfrm>
          <a:off x="1594628" y="2170103"/>
          <a:ext cx="1315268" cy="657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Seguridad Industrial</a:t>
          </a:r>
        </a:p>
      </dsp:txBody>
      <dsp:txXfrm>
        <a:off x="1594628" y="2170103"/>
        <a:ext cx="1315268" cy="657634"/>
      </dsp:txXfrm>
    </dsp:sp>
    <dsp:sp modelId="{1521E4A8-5E63-4015-8B25-EA12DEA76D0B}">
      <dsp:nvSpPr>
        <dsp:cNvPr id="0" name=""/>
        <dsp:cNvSpPr/>
      </dsp:nvSpPr>
      <dsp:spPr>
        <a:xfrm>
          <a:off x="3186103" y="2170103"/>
          <a:ext cx="1315268" cy="657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Mantenimiento Instalaciones</a:t>
          </a:r>
        </a:p>
      </dsp:txBody>
      <dsp:txXfrm>
        <a:off x="3186103" y="2170103"/>
        <a:ext cx="1315268" cy="657634"/>
      </dsp:txXfrm>
    </dsp:sp>
    <dsp:sp modelId="{C9D528DB-E6B1-46CF-B369-9B123946E92E}">
      <dsp:nvSpPr>
        <dsp:cNvPr id="0" name=""/>
        <dsp:cNvSpPr/>
      </dsp:nvSpPr>
      <dsp:spPr>
        <a:xfrm>
          <a:off x="4777578" y="2170103"/>
          <a:ext cx="1315268" cy="6576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Vigilancia Intramuros</a:t>
          </a:r>
        </a:p>
      </dsp:txBody>
      <dsp:txXfrm>
        <a:off x="4777578" y="2170103"/>
        <a:ext cx="1315268" cy="6576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FB0D1A45-41C0-4398-8929-12D6A4870C1C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4E4F2FA5-3596-4CE0-9DB9-528CBE124DE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66199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A5C0D253-4A95-4D03-A02E-A788AFFEA70B}" type="datetimeFigureOut">
              <a:rPr lang="en-US" smtClean="0"/>
              <a:pPr/>
              <a:t>5/24/2022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2650" cy="3519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vert="horz" lIns="94229" tIns="47114" rIns="94229" bIns="4711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0BB651B8-B862-43CE-956C-2C10D786546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686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Gobierno Corporativ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rgbClr val="3333FF"/>
          </a:solidFill>
          <a:ln w="19050" cap="sq" cmpd="sng" algn="ctr">
            <a:solidFill>
              <a:srgbClr val="3333FF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sq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sq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baseline="0" dirty="0">
                <a:solidFill>
                  <a:srgbClr val="FFFFFF"/>
                </a:solidFill>
              </a:defRPr>
            </a:lvl1pPr>
          </a:lstStyle>
          <a:p>
            <a:r>
              <a:rPr kumimoji="0" lang="es-ES" noProof="0"/>
              <a:t>Haga clic para modificar el estilo de título del patrón</a:t>
            </a:r>
            <a:endParaRPr kumimoji="0" lang="es-MX" noProof="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>
              <a:defRPr>
                <a:latin typeface="+mj-lt"/>
              </a:defRPr>
            </a:lvl1pPr>
          </a:lstStyle>
          <a:p>
            <a:fld id="{39C368A9-1B50-42F2-A0B2-BD1DE571B286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/>
          <a:lstStyle/>
          <a:p>
            <a:fld id="{56E8E9AC-1EAE-4439-9F3A-5D68DC7613C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+mj-lt"/>
              </a:defRPr>
            </a:lvl1pPr>
          </a:lstStyle>
          <a:p>
            <a:endParaRPr lang="es-MX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6610841D-8250-43CF-A27A-DBF8BFEF70D7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/>
          <a:lstStyle/>
          <a:p>
            <a:fld id="{56E8E9AC-1EAE-4439-9F3A-5D68DC7613C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buClr>
                <a:srgbClr val="0000CC"/>
              </a:buClr>
              <a:defRPr>
                <a:latin typeface="+mj-lt"/>
              </a:defRPr>
            </a:lvl1pPr>
            <a:lvl2pPr>
              <a:buClr>
                <a:srgbClr val="3333FF"/>
              </a:buClr>
              <a:defRPr>
                <a:latin typeface="+mj-lt"/>
              </a:defRPr>
            </a:lvl2pPr>
            <a:lvl3pPr>
              <a:buClr>
                <a:srgbClr val="3333FF"/>
              </a:buClr>
              <a:defRPr>
                <a:latin typeface="+mj-lt"/>
              </a:defRPr>
            </a:lvl3pPr>
            <a:lvl4pPr>
              <a:buClr>
                <a:srgbClr val="3333FF"/>
              </a:buClr>
              <a:defRPr>
                <a:latin typeface="+mj-lt"/>
              </a:defRPr>
            </a:lvl4pPr>
            <a:lvl5pPr>
              <a:buClr>
                <a:srgbClr val="3333FF"/>
              </a:buClr>
              <a:defRPr>
                <a:latin typeface="+mj-lt"/>
              </a:defRPr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+mj-lt"/>
              </a:defRPr>
            </a:lvl1pPr>
          </a:lstStyle>
          <a:p>
            <a:endParaRPr lang="es-MX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6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rgbClr val="3333FF"/>
          </a:solidFill>
          <a:ln w="19050" cap="sq" cmpd="sng" algn="ctr">
            <a:solidFill>
              <a:srgbClr val="3333FF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sq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cap="sq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388F0540-424B-49E3-9081-3CE92236D7DB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+mj-lt"/>
              </a:defRPr>
            </a:lvl1pPr>
          </a:lstStyle>
          <a:p>
            <a:endParaRPr lang="es-MX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F2E34DFB-2C15-407B-AD3E-2CD21BC6B108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AE6D3E8E-AC7A-4DCD-A701-7C5234ACF4EF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>
            <a:normAutofit/>
          </a:bodyPr>
          <a:lstStyle>
            <a:lvl1pPr>
              <a:defRPr lang="es-ES" smtClean="0">
                <a:latin typeface="+mj-lt"/>
              </a:defRPr>
            </a:lvl1pPr>
            <a:lvl2pPr>
              <a:defRPr lang="es-ES" smtClean="0">
                <a:latin typeface="+mj-lt"/>
              </a:defRPr>
            </a:lvl2pPr>
            <a:lvl3pPr>
              <a:defRPr lang="es-ES" smtClean="0">
                <a:latin typeface="+mj-lt"/>
              </a:defRPr>
            </a:lvl3pPr>
            <a:lvl4pPr>
              <a:defRPr lang="es-ES" smtClean="0">
                <a:latin typeface="+mj-lt"/>
              </a:defRPr>
            </a:lvl4pPr>
            <a:lvl5pPr>
              <a:defRPr lang="en-US">
                <a:latin typeface="+mj-lt"/>
              </a:defRPr>
            </a:lvl5pPr>
          </a:lstStyle>
          <a:p>
            <a:pPr lvl="0">
              <a:buClr>
                <a:srgbClr val="0000CC"/>
              </a:buClr>
            </a:pPr>
            <a:r>
              <a:rPr lang="es-ES"/>
              <a:t>Haga clic para modificar el estilo de texto del patrón</a:t>
            </a:r>
          </a:p>
          <a:p>
            <a:pPr lvl="1">
              <a:buClr>
                <a:srgbClr val="0000CC"/>
              </a:buClr>
            </a:pPr>
            <a:r>
              <a:rPr lang="es-ES"/>
              <a:t>Segundo nivel</a:t>
            </a:r>
          </a:p>
          <a:p>
            <a:pPr lvl="2">
              <a:buClr>
                <a:srgbClr val="0000CC"/>
              </a:buClr>
            </a:pPr>
            <a:r>
              <a:rPr lang="es-ES"/>
              <a:t>Tercer nivel</a:t>
            </a:r>
          </a:p>
          <a:p>
            <a:pPr lvl="3">
              <a:buClr>
                <a:srgbClr val="0000CC"/>
              </a:buClr>
            </a:pPr>
            <a:r>
              <a:rPr lang="es-ES"/>
              <a:t>Cuarto nivel</a:t>
            </a:r>
          </a:p>
          <a:p>
            <a:pPr lvl="4">
              <a:buClr>
                <a:srgbClr val="0000CC"/>
              </a:buClr>
            </a:pPr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>
            <a:normAutofit/>
          </a:bodyPr>
          <a:lstStyle>
            <a:lvl1pPr>
              <a:defRPr lang="es-ES" smtClean="0">
                <a:latin typeface="+mj-lt"/>
              </a:defRPr>
            </a:lvl1pPr>
            <a:lvl2pPr>
              <a:defRPr lang="es-ES" smtClean="0">
                <a:latin typeface="+mj-lt"/>
              </a:defRPr>
            </a:lvl2pPr>
            <a:lvl3pPr>
              <a:defRPr lang="es-ES" smtClean="0">
                <a:latin typeface="+mj-lt"/>
              </a:defRPr>
            </a:lvl3pPr>
            <a:lvl4pPr>
              <a:defRPr lang="es-ES" smtClean="0">
                <a:latin typeface="+mj-lt"/>
              </a:defRPr>
            </a:lvl4pPr>
            <a:lvl5pPr>
              <a:defRPr lang="en-US">
                <a:latin typeface="+mj-lt"/>
              </a:defRPr>
            </a:lvl5pPr>
          </a:lstStyle>
          <a:p>
            <a:pPr lvl="0">
              <a:buClr>
                <a:srgbClr val="0000CC"/>
              </a:buClr>
            </a:pPr>
            <a:r>
              <a:rPr lang="es-ES"/>
              <a:t>Haga clic para modificar el estilo de texto del patrón</a:t>
            </a:r>
          </a:p>
          <a:p>
            <a:pPr lvl="1">
              <a:buClr>
                <a:srgbClr val="0000CC"/>
              </a:buClr>
            </a:pPr>
            <a:r>
              <a:rPr lang="es-ES"/>
              <a:t>Segundo nivel</a:t>
            </a:r>
          </a:p>
          <a:p>
            <a:pPr lvl="2">
              <a:buClr>
                <a:srgbClr val="0000CC"/>
              </a:buClr>
            </a:pPr>
            <a:r>
              <a:rPr lang="es-ES"/>
              <a:t>Tercer nivel</a:t>
            </a:r>
          </a:p>
          <a:p>
            <a:pPr lvl="3">
              <a:buClr>
                <a:srgbClr val="0000CC"/>
              </a:buClr>
            </a:pPr>
            <a:r>
              <a:rPr lang="es-ES"/>
              <a:t>Cuarto nivel</a:t>
            </a:r>
          </a:p>
          <a:p>
            <a:pPr lvl="4">
              <a:buClr>
                <a:srgbClr val="0000CC"/>
              </a:buClr>
            </a:pPr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rgbClr val="3333FF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rgbClr val="3333FF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686D6579-4115-482F-B067-B6C43722BAE5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s-MX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>
            <a:lvl1pPr>
              <a:buClr>
                <a:srgbClr val="3333FF"/>
              </a:buClr>
              <a:defRPr>
                <a:latin typeface="+mj-lt"/>
              </a:defRPr>
            </a:lvl1pPr>
            <a:lvl2pPr>
              <a:buClr>
                <a:srgbClr val="3333FF"/>
              </a:buClr>
              <a:defRPr>
                <a:latin typeface="+mj-lt"/>
              </a:defRPr>
            </a:lvl2pPr>
            <a:lvl3pPr>
              <a:buClr>
                <a:srgbClr val="3333FF"/>
              </a:buClr>
              <a:defRPr>
                <a:latin typeface="+mj-lt"/>
              </a:defRPr>
            </a:lvl3pPr>
            <a:lvl4pPr>
              <a:buClr>
                <a:srgbClr val="3333FF"/>
              </a:buClr>
              <a:defRPr>
                <a:latin typeface="+mj-lt"/>
              </a:defRPr>
            </a:lvl4pPr>
            <a:lvl5pPr>
              <a:buClr>
                <a:srgbClr val="3333FF"/>
              </a:buClr>
              <a:defRPr>
                <a:latin typeface="+mj-lt"/>
              </a:defRPr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>
            <a:lvl1pPr>
              <a:buClr>
                <a:srgbClr val="3333FF"/>
              </a:buClr>
              <a:defRPr>
                <a:latin typeface="+mj-lt"/>
              </a:defRPr>
            </a:lvl1pPr>
            <a:lvl2pPr>
              <a:buClr>
                <a:srgbClr val="3333FF"/>
              </a:buClr>
              <a:defRPr>
                <a:latin typeface="+mj-lt"/>
              </a:defRPr>
            </a:lvl2pPr>
            <a:lvl3pPr>
              <a:buClr>
                <a:srgbClr val="3333FF"/>
              </a:buClr>
              <a:defRPr>
                <a:latin typeface="+mj-lt"/>
              </a:defRPr>
            </a:lvl3pPr>
            <a:lvl4pPr>
              <a:buClr>
                <a:srgbClr val="3333FF"/>
              </a:buClr>
              <a:defRPr>
                <a:latin typeface="+mj-lt"/>
              </a:defRPr>
            </a:lvl4pPr>
            <a:lvl5pPr>
              <a:buClr>
                <a:srgbClr val="3333FF"/>
              </a:buClr>
              <a:defRPr>
                <a:latin typeface="+mj-lt"/>
              </a:defRPr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43BA0424-A9FF-494B-9D22-B1A5D17F0383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E4BC952-1AEB-4BA0-9BF7-2C6A6A77C56C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>
                <a:latin typeface="+mj-lt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2584D211-8278-4521-98BF-81399BD6C751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>
            <a:normAutofit/>
          </a:bodyPr>
          <a:lstStyle>
            <a:lvl1pPr>
              <a:defRPr lang="es-ES" smtClean="0">
                <a:latin typeface="+mj-lt"/>
              </a:defRPr>
            </a:lvl1pPr>
            <a:lvl2pPr>
              <a:defRPr lang="es-ES" smtClean="0">
                <a:latin typeface="+mj-lt"/>
              </a:defRPr>
            </a:lvl2pPr>
            <a:lvl3pPr>
              <a:defRPr lang="es-ES" smtClean="0">
                <a:latin typeface="+mj-lt"/>
              </a:defRPr>
            </a:lvl3pPr>
            <a:lvl4pPr>
              <a:defRPr lang="es-ES" smtClean="0">
                <a:latin typeface="+mj-lt"/>
              </a:defRPr>
            </a:lvl4pPr>
            <a:lvl5pPr>
              <a:defRPr lang="en-US">
                <a:latin typeface="+mj-lt"/>
              </a:defRPr>
            </a:lvl5pPr>
          </a:lstStyle>
          <a:p>
            <a:pPr lvl="0">
              <a:buClr>
                <a:srgbClr val="3333FF"/>
              </a:buClr>
            </a:pPr>
            <a:r>
              <a:rPr lang="es-ES"/>
              <a:t>Haga clic para modificar el estilo de texto del patrón</a:t>
            </a:r>
          </a:p>
          <a:p>
            <a:pPr lvl="1">
              <a:buClr>
                <a:srgbClr val="3333FF"/>
              </a:buClr>
            </a:pPr>
            <a:r>
              <a:rPr lang="es-ES"/>
              <a:t>Segundo nivel</a:t>
            </a:r>
          </a:p>
          <a:p>
            <a:pPr lvl="2">
              <a:buClr>
                <a:srgbClr val="3333FF"/>
              </a:buClr>
            </a:pPr>
            <a:r>
              <a:rPr lang="es-ES"/>
              <a:t>Tercer nivel</a:t>
            </a:r>
          </a:p>
          <a:p>
            <a:pPr lvl="3">
              <a:buClr>
                <a:srgbClr val="3333FF"/>
              </a:buClr>
            </a:pPr>
            <a:r>
              <a:rPr lang="es-ES"/>
              <a:t>Cuarto nivel</a:t>
            </a:r>
          </a:p>
          <a:p>
            <a:pPr lvl="4">
              <a:buClr>
                <a:srgbClr val="3333FF"/>
              </a:buClr>
            </a:pPr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>
                <a:latin typeface="+mj-lt"/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508875E9-E5C5-47B3-AD04-A744DBCD6CF5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rgbClr val="3333FF"/>
          </a:solidFill>
          <a:ln w="19050" cap="sq" cmpd="sng" algn="ctr">
            <a:solidFill>
              <a:srgbClr val="3333FF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rgbClr val="E4F9FC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>
                <a:latin typeface="Arial Rounded MT Bold" panose="020F0704030504030204" pitchFamily="34" charset="0"/>
              </a:defRPr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1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962400" cy="45720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s-MX" dirty="0"/>
          </a:p>
        </p:txBody>
      </p:sp>
    </p:spTree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vert">
            <a:normAutofit/>
          </a:bodyPr>
          <a:lstStyle>
            <a:lvl1pPr>
              <a:defRPr lang="es-ES" dirty="0" smtClean="0">
                <a:latin typeface="+mj-lt"/>
              </a:defRPr>
            </a:lvl1pPr>
            <a:lvl2pPr>
              <a:defRPr lang="es-ES" dirty="0" smtClean="0">
                <a:latin typeface="+mj-lt"/>
              </a:defRPr>
            </a:lvl2pPr>
            <a:lvl3pPr>
              <a:defRPr lang="es-ES" dirty="0" smtClean="0">
                <a:latin typeface="+mj-lt"/>
              </a:defRPr>
            </a:lvl3pPr>
            <a:lvl4pPr>
              <a:defRPr lang="es-ES" dirty="0" smtClean="0">
                <a:latin typeface="+mj-lt"/>
              </a:defRPr>
            </a:lvl4pPr>
            <a:lvl5pPr>
              <a:defRPr lang="en-US" dirty="0">
                <a:latin typeface="+mj-lt"/>
              </a:defRPr>
            </a:lvl5pPr>
          </a:lstStyle>
          <a:p>
            <a:pPr lvl="0">
              <a:buClr>
                <a:srgbClr val="3333FF"/>
              </a:buClr>
            </a:pPr>
            <a:r>
              <a:rPr lang="es-ES"/>
              <a:t>Haga clic para modificar el estilo de texto del patrón</a:t>
            </a:r>
          </a:p>
          <a:p>
            <a:pPr lvl="1">
              <a:buClr>
                <a:srgbClr val="3333FF"/>
              </a:buClr>
            </a:pPr>
            <a:r>
              <a:rPr lang="es-ES"/>
              <a:t>Segundo nivel</a:t>
            </a:r>
          </a:p>
          <a:p>
            <a:pPr lvl="2">
              <a:buClr>
                <a:srgbClr val="3333FF"/>
              </a:buClr>
            </a:pPr>
            <a:r>
              <a:rPr lang="es-ES"/>
              <a:t>Tercer nivel</a:t>
            </a:r>
          </a:p>
          <a:p>
            <a:pPr lvl="3">
              <a:buClr>
                <a:srgbClr val="3333FF"/>
              </a:buClr>
            </a:pPr>
            <a:r>
              <a:rPr lang="es-ES"/>
              <a:t>Cuarto nivel</a:t>
            </a:r>
          </a:p>
          <a:p>
            <a:pPr lvl="4">
              <a:buClr>
                <a:srgbClr val="3333FF"/>
              </a:buClr>
            </a:pPr>
            <a:r>
              <a:rPr lang="es-ES"/>
              <a:t>Quinto nivel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3A44C3BE-1FC8-41D8-ADC5-FB65608760F4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vert">
            <a:normAutofit/>
          </a:bodyPr>
          <a:lstStyle>
            <a:lvl1pPr>
              <a:defRPr lang="es-ES" smtClean="0">
                <a:latin typeface="+mj-lt"/>
              </a:defRPr>
            </a:lvl1pPr>
            <a:lvl2pPr>
              <a:defRPr lang="es-ES" smtClean="0">
                <a:latin typeface="+mj-lt"/>
              </a:defRPr>
            </a:lvl2pPr>
            <a:lvl3pPr>
              <a:defRPr lang="es-ES" smtClean="0">
                <a:latin typeface="+mj-lt"/>
              </a:defRPr>
            </a:lvl3pPr>
            <a:lvl4pPr>
              <a:defRPr lang="es-ES" smtClean="0">
                <a:latin typeface="+mj-lt"/>
              </a:defRPr>
            </a:lvl4pPr>
            <a:lvl5pPr>
              <a:defRPr lang="en-US">
                <a:latin typeface="+mj-lt"/>
              </a:defRPr>
            </a:lvl5pPr>
          </a:lstStyle>
          <a:p>
            <a:pPr lvl="0">
              <a:buClr>
                <a:srgbClr val="3333FF"/>
              </a:buClr>
            </a:pPr>
            <a:r>
              <a:rPr lang="es-ES"/>
              <a:t>Haga clic para modificar el estilo de texto del patrón</a:t>
            </a:r>
          </a:p>
          <a:p>
            <a:pPr lvl="1">
              <a:buClr>
                <a:srgbClr val="3333FF"/>
              </a:buClr>
            </a:pPr>
            <a:r>
              <a:rPr lang="es-ES"/>
              <a:t>Segundo nivel</a:t>
            </a:r>
          </a:p>
          <a:p>
            <a:pPr lvl="2">
              <a:buClr>
                <a:srgbClr val="3333FF"/>
              </a:buClr>
            </a:pPr>
            <a:r>
              <a:rPr lang="es-ES"/>
              <a:t>Tercer nivel</a:t>
            </a:r>
          </a:p>
          <a:p>
            <a:pPr lvl="3">
              <a:buClr>
                <a:srgbClr val="3333FF"/>
              </a:buClr>
            </a:pPr>
            <a:r>
              <a:rPr lang="es-ES"/>
              <a:t>Cuarto nivel</a:t>
            </a:r>
          </a:p>
          <a:p>
            <a:pPr lvl="4">
              <a:buClr>
                <a:srgbClr val="3333FF"/>
              </a:buClr>
            </a:pPr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9BCBD40-EE17-489A-9E56-FA37958C2A91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8A6CE558-9C9C-4C52-B923-9C1B54E15923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lang="en-US" smtClean="0"/>
            </a:lvl1pPr>
          </a:lstStyle>
          <a:p>
            <a:fld id="{56E8E9AC-1EAE-4439-9F3A-5D68DC7613C5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  <p:transition spd="slow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9667928"/>
      </p:ext>
    </p:extLst>
  </p:cSld>
  <p:clrMapOvr>
    <a:masterClrMapping/>
  </p:clrMapOvr>
  <p:transition spd="slow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74729736"/>
      </p:ext>
    </p:extLst>
  </p:cSld>
  <p:clrMapOvr>
    <a:masterClrMapping/>
  </p:clrMapOvr>
  <p:transition spd="slow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97120958"/>
      </p:ext>
    </p:extLst>
  </p:cSld>
  <p:clrMapOvr>
    <a:masterClrMapping/>
  </p:clrMapOvr>
  <p:transition spd="slow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0666242"/>
      </p:ext>
    </p:extLst>
  </p:cSld>
  <p:clrMapOvr>
    <a:masterClrMapping/>
  </p:clrMapOvr>
  <p:transition spd="slow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32451488"/>
      </p:ext>
    </p:extLst>
  </p:cSld>
  <p:clrMapOvr>
    <a:masterClrMapping/>
  </p:clrMapOvr>
  <p:transition spd="slow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31099150"/>
      </p:ext>
    </p:extLst>
  </p:cSld>
  <p:clrMapOvr>
    <a:masterClrMapping/>
  </p:clrMapOvr>
  <p:transition spd="slow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3339635"/>
      </p:ext>
    </p:extLst>
  </p:cSld>
  <p:clrMapOvr>
    <a:masterClrMapping/>
  </p:clrMapOvr>
  <p:transition spd="slow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21009537"/>
      </p:ext>
    </p:extLst>
  </p:cSld>
  <p:clrMapOvr>
    <a:masterClrMapping/>
  </p:clrMapOvr>
  <p:transition spd="slow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68551721"/>
      </p:ext>
    </p:extLst>
  </p:cSld>
  <p:clrMapOvr>
    <a:masterClrMapping/>
  </p:clrMapOvr>
  <p:transition spd="slow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22305689"/>
      </p:ext>
    </p:extLst>
  </p:cSld>
  <p:clrMapOvr>
    <a:masterClrMapping/>
  </p:clrMapOvr>
  <p:transition spd="slow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83296935"/>
      </p:ext>
    </p:extLst>
  </p:cSld>
  <p:clrMapOvr>
    <a:masterClrMapping/>
  </p:clrMapOvr>
  <p:transition spd="slow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98151433"/>
      </p:ext>
    </p:extLst>
  </p:cSld>
  <p:clrMapOvr>
    <a:masterClrMapping/>
  </p:clrMapOvr>
  <p:transition spd="slow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98718873"/>
      </p:ext>
    </p:extLst>
  </p:cSld>
  <p:clrMapOvr>
    <a:masterClrMapping/>
  </p:clrMapOvr>
  <p:transition spd="slow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13657121"/>
      </p:ext>
    </p:extLst>
  </p:cSld>
  <p:clrMapOvr>
    <a:masterClrMapping/>
  </p:clrMapOvr>
  <p:transition spd="slow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02664043"/>
      </p:ext>
    </p:extLst>
  </p:cSld>
  <p:clrMapOvr>
    <a:masterClrMapping/>
  </p:clrMapOvr>
  <p:transition spd="slow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79863931"/>
      </p:ext>
    </p:extLst>
  </p:cSld>
  <p:clrMapOvr>
    <a:masterClrMapping/>
  </p:clrMapOvr>
  <p:transition spd="slow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23072751"/>
      </p:ext>
    </p:extLst>
  </p:cSld>
  <p:clrMapOvr>
    <a:masterClrMapping/>
  </p:clrMapOvr>
  <p:transition spd="slow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21595700"/>
      </p:ext>
    </p:extLst>
  </p:cSld>
  <p:clrMapOvr>
    <a:masterClrMapping/>
  </p:clrMapOvr>
  <p:transition spd="slow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255841"/>
      </p:ext>
    </p:extLst>
  </p:cSld>
  <p:clrMapOvr>
    <a:masterClrMapping/>
  </p:clrMapOvr>
  <p:transition spd="slow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20001563"/>
      </p:ext>
    </p:extLst>
  </p:cSld>
  <p:clrMapOvr>
    <a:masterClrMapping/>
  </p:clrMapOvr>
  <p:transition spd="slow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52001175"/>
      </p:ext>
    </p:extLst>
  </p:cSld>
  <p:clrMapOvr>
    <a:masterClrMapping/>
  </p:clrMapOvr>
  <p:transition spd="slow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54247260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s-MX" noProof="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s-ES" dirty="0"/>
              <a:t>Haga clic para modificar el estilo de título del patrón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>
              <a:buClr>
                <a:srgbClr val="0000CC"/>
              </a:buClr>
            </a:pPr>
            <a:r>
              <a:rPr kumimoji="0" lang="es-ES"/>
              <a:t>Haga clic para modificar el estilo de texto del patrón</a:t>
            </a:r>
          </a:p>
          <a:p>
            <a:pPr lvl="1">
              <a:buClr>
                <a:srgbClr val="3333FF"/>
              </a:buClr>
            </a:pPr>
            <a:r>
              <a:rPr kumimoji="0" lang="es-ES"/>
              <a:t>Segundo nivel</a:t>
            </a:r>
          </a:p>
          <a:p>
            <a:pPr lvl="2">
              <a:buClr>
                <a:srgbClr val="3333FF"/>
              </a:buClr>
            </a:pPr>
            <a:r>
              <a:rPr kumimoji="0" lang="es-ES"/>
              <a:t>Tercer nivel</a:t>
            </a:r>
          </a:p>
          <a:p>
            <a:pPr lvl="3">
              <a:buClr>
                <a:srgbClr val="3333FF"/>
              </a:buClr>
            </a:pPr>
            <a:r>
              <a:rPr kumimoji="0" lang="es-ES"/>
              <a:t>Cuarto nivel</a:t>
            </a:r>
          </a:p>
          <a:p>
            <a:pPr lvl="4">
              <a:buClr>
                <a:srgbClr val="3333FF"/>
              </a:buClr>
            </a:pPr>
            <a:r>
              <a:rPr kumimoji="0" lang="es-ES"/>
              <a:t>Quinto nivel</a:t>
            </a:r>
            <a:endParaRPr kumimoji="0" lang="es-MX" noProof="0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+mj-lt"/>
              </a:defRPr>
            </a:lvl1pPr>
          </a:lstStyle>
          <a:p>
            <a:fld id="{868985BF-BB93-4B8F-B943-E4A2A4043D68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+mj-lt"/>
              </a:defRPr>
            </a:lvl1pPr>
          </a:lstStyle>
          <a:p>
            <a:endParaRPr lang="es-MX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rgbClr val="3333FF"/>
          </a:solidFill>
          <a:ln>
            <a:solidFill>
              <a:srgbClr val="3333FF"/>
            </a:solidFill>
          </a:ln>
        </p:spPr>
        <p:txBody>
          <a:bodyPr wrap="none" lIns="0" tIns="0" rIns="0" bIns="0" anchor="ctr" anchorCtr="1">
            <a:noAutofit/>
          </a:bodyPr>
          <a:lstStyle>
            <a:lvl1pPr>
              <a:defRPr kumimoji="0" lang="en-US" sz="1400" smtClean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fld id="{56E8E9AC-1EAE-4439-9F3A-5D68DC7613C5}" type="slidenum">
              <a:rPr lang="es-ES" smtClean="0"/>
              <a:pPr algn="ctr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62" r:id="rId3"/>
    <p:sldLayoutId id="2147483663" r:id="rId4"/>
    <p:sldLayoutId id="2147483672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4" r:id="rId14"/>
  </p:sldLayoutIdLst>
  <p:transition spd="slow">
    <p:wipe dir="r"/>
  </p:transition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Arial Rounded MT Bold" panose="020F0704030504030204" pitchFamily="34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lang="es-ES" sz="2600" kern="1200" smtClean="0">
          <a:solidFill>
            <a:schemeClr val="tx1"/>
          </a:solidFill>
          <a:latin typeface="+mj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lang="es-ES" sz="2400" kern="1200" smtClean="0">
          <a:solidFill>
            <a:schemeClr val="tx1"/>
          </a:solidFill>
          <a:latin typeface="+mj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lang="es-ES" sz="2000" kern="1200" smtClean="0">
          <a:solidFill>
            <a:schemeClr val="tx1"/>
          </a:solidFill>
          <a:latin typeface="+mj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lang="es-ES" sz="2000" kern="1200" smtClean="0">
          <a:solidFill>
            <a:schemeClr val="tx1"/>
          </a:solidFill>
          <a:latin typeface="+mj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lang="es-MX" sz="2000" kern="1200" noProof="0" dirty="0">
          <a:solidFill>
            <a:schemeClr val="tx1"/>
          </a:solidFill>
          <a:latin typeface="+mj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E83F3-403D-45E8-876C-184382F4B73E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52ACB-BE16-4A5F-85E5-D135990A65CB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79277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ransition spd="slow"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x-non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x-non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B008B-90E7-46A0-9BA2-13ECFD8AEA99}" type="datetimeFigureOut">
              <a:rPr lang="x-none" smtClean="0"/>
              <a:t>24/05/2022</a:t>
            </a:fld>
            <a:endParaRPr lang="x-non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95359-B48F-4F54-8A35-DB800A43E9A7}" type="slidenum">
              <a:rPr lang="x-none" smtClean="0"/>
              <a:t>‹Nº›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8631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ransition spd="slow"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b="1" dirty="0"/>
              <a:t>Enero / 2018</a:t>
            </a:r>
          </a:p>
        </p:txBody>
      </p:sp>
      <p:sp>
        <p:nvSpPr>
          <p:cNvPr id="3" name="2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Manual General de Organización</a:t>
            </a:r>
            <a:br>
              <a:rPr lang="es-MX" dirty="0"/>
            </a:br>
            <a:r>
              <a:rPr lang="es-MX" dirty="0"/>
              <a:t>Gerencia de Control de Calidad</a:t>
            </a:r>
          </a:p>
        </p:txBody>
      </p:sp>
      <p:pic>
        <p:nvPicPr>
          <p:cNvPr id="4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219" y="5007043"/>
            <a:ext cx="1433885" cy="159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468558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Contenido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39C368A9-1B50-42F2-A0B2-BD1DE571B286}" type="datetime6">
              <a:rPr lang="es-MX" smtClean="0"/>
              <a:pPr algn="ctr"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4" name="Marcador de contenido 43">
            <a:extLst>
              <a:ext uri="{FF2B5EF4-FFF2-40B4-BE49-F238E27FC236}">
                <a16:creationId xmlns:a16="http://schemas.microsoft.com/office/drawing/2014/main" id="{53DCE032-4EDC-474D-B992-CAC6CAB1702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s-MX" dirty="0"/>
          </a:p>
          <a:p>
            <a:r>
              <a:rPr lang="es-MX" sz="3200" dirty="0"/>
              <a:t>Estructura de Organización</a:t>
            </a:r>
          </a:p>
          <a:p>
            <a:pPr lvl="1"/>
            <a:r>
              <a:rPr lang="es-MX" sz="3000" dirty="0"/>
              <a:t>Organigrama</a:t>
            </a:r>
          </a:p>
          <a:p>
            <a:pPr lvl="1"/>
            <a:r>
              <a:rPr lang="es-MX" sz="3000" dirty="0"/>
              <a:t>Objetivo del área</a:t>
            </a:r>
          </a:p>
          <a:p>
            <a:pPr lvl="1"/>
            <a:r>
              <a:rPr lang="es-MX" sz="3000" dirty="0"/>
              <a:t>Responsabilidades del área</a:t>
            </a:r>
          </a:p>
        </p:txBody>
      </p:sp>
    </p:spTree>
    <p:extLst>
      <p:ext uri="{BB962C8B-B14F-4D97-AF65-F5344CB8AC3E}">
        <p14:creationId xmlns:p14="http://schemas.microsoft.com/office/powerpoint/2010/main" val="3754780366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382E703C-B968-4048-A566-2D3A47AC2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Organigrama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19055E-8FD9-4199-8348-13616F24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0841D-8250-43CF-A27A-DBF8BFEF70D7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65A8AD-910C-42F2-9532-48A51C82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8A5B83C8-62A2-48D4-B6D9-E14EABFE2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8635639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066938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Organigrama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39C368A9-1B50-42F2-A0B2-BD1DE571B286}" type="datetime6">
              <a:rPr lang="es-MX" smtClean="0"/>
              <a:pPr algn="ctr"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1DF72479-2388-43B9-A70B-8AB31D4F7F69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824654843"/>
              </p:ext>
            </p:extLst>
          </p:nvPr>
        </p:nvGraphicFramePr>
        <p:xfrm>
          <a:off x="603504" y="1447800"/>
          <a:ext cx="8216968" cy="4861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57BE60F1-5E57-4C79-B7BE-4821BF05DEDA}"/>
              </a:ext>
            </a:extLst>
          </p:cNvPr>
          <p:cNvCxnSpPr>
            <a:cxnSpLocks/>
          </p:cNvCxnSpPr>
          <p:nvPr/>
        </p:nvCxnSpPr>
        <p:spPr>
          <a:xfrm rot="5400000">
            <a:off x="3743908" y="2528900"/>
            <a:ext cx="936104" cy="576064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075CD673-A34E-40DC-8320-33CF4C61DCC3}"/>
              </a:ext>
            </a:extLst>
          </p:cNvPr>
          <p:cNvCxnSpPr/>
          <p:nvPr/>
        </p:nvCxnSpPr>
        <p:spPr>
          <a:xfrm rot="16200000" flipH="1">
            <a:off x="5544108" y="3104964"/>
            <a:ext cx="2232248" cy="720080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968301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Organigrama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39C368A9-1B50-42F2-A0B2-BD1DE571B286}" type="datetime6">
              <a:rPr lang="es-MX" smtClean="0"/>
              <a:pPr algn="ctr"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BB2CA65F-D6C4-4F8A-9DCE-96114F5647C6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774075556"/>
              </p:ext>
            </p:extLst>
          </p:nvPr>
        </p:nvGraphicFramePr>
        <p:xfrm>
          <a:off x="914400" y="1447800"/>
          <a:ext cx="7772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1240391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Gerencia de Control de Calidad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39C368A9-1B50-42F2-A0B2-BD1DE571B286}" type="datetime6">
              <a:rPr lang="es-MX" smtClean="0"/>
              <a:pPr algn="ctr"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7171205-C24F-4FE8-9AD8-CBCD64DAE2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MX" b="1" dirty="0"/>
              <a:t>Objetivo del área:</a:t>
            </a:r>
          </a:p>
          <a:p>
            <a:pPr marL="274320" lvl="1" indent="0">
              <a:buNone/>
            </a:pPr>
            <a:r>
              <a:rPr lang="es-ES" dirty="0"/>
              <a:t>Desarrollar e implementar un programa de control de calidad e inocuidad para la empresa y verificar que los productos terminados cumplan con los estándares y Normas de calidad e inocuidad establecidas.</a:t>
            </a:r>
          </a:p>
          <a:p>
            <a:r>
              <a:rPr lang="es-ES" b="1" dirty="0"/>
              <a:t>Responsabilidades del área:</a:t>
            </a:r>
          </a:p>
          <a:p>
            <a:pPr marL="788670" lvl="1" indent="-514350">
              <a:buFont typeface="+mj-lt"/>
              <a:buAutoNum type="arabicPeriod"/>
            </a:pPr>
            <a:r>
              <a:rPr lang="es-ES" sz="2600" dirty="0"/>
              <a:t>Realizar las actividades relacionadas con la evaluación de materia prima y producto terminado para el cumplimiento del Plan de Calidad e inocuidad.</a:t>
            </a:r>
            <a:endParaRPr lang="es-MX" sz="2600" dirty="0"/>
          </a:p>
          <a:p>
            <a:pPr marL="788670" lvl="1" indent="-514350">
              <a:buFont typeface="+mj-lt"/>
              <a:buAutoNum type="arabicPeriod"/>
            </a:pPr>
            <a:r>
              <a:rPr lang="es-ES" sz="2600" dirty="0"/>
              <a:t>Colaborar con PR, DG y PL en la definición y actualización del Plan de Calidad, especificaciones de materias primas y productos terminados.</a:t>
            </a:r>
            <a:endParaRPr lang="es-MX" sz="2600" dirty="0"/>
          </a:p>
          <a:p>
            <a:pPr marL="788670" lvl="1" indent="-514350">
              <a:buFont typeface="+mj-lt"/>
              <a:buAutoNum type="arabicPeriod"/>
            </a:pPr>
            <a:r>
              <a:rPr lang="es-ES" sz="2600" dirty="0"/>
              <a:t>Recibir, registrar y atender las reclamaciones de carácter técnico por parte del cliente.</a:t>
            </a:r>
            <a:endParaRPr lang="es-MX" sz="2600" dirty="0"/>
          </a:p>
          <a:p>
            <a:pPr marL="788670" lvl="1" indent="-514350">
              <a:buFont typeface="+mj-lt"/>
              <a:buAutoNum type="arabicPeriod"/>
            </a:pPr>
            <a:r>
              <a:rPr lang="es-ES" sz="2600" dirty="0"/>
              <a:t>Elaborar el plan de trabajo del laboratorio de acuerdo al Plan de Calidad e inocuidad.</a:t>
            </a:r>
            <a:endParaRPr lang="es-MX" sz="2600" dirty="0"/>
          </a:p>
          <a:p>
            <a:pPr marL="788670" lvl="1" indent="-514350">
              <a:buFont typeface="+mj-lt"/>
              <a:buAutoNum type="arabicPeriod"/>
            </a:pPr>
            <a:r>
              <a:rPr lang="es-ES" sz="2600" dirty="0"/>
              <a:t>Participar en el comité del SGI.</a:t>
            </a:r>
            <a:endParaRPr lang="es-MX" sz="2600" dirty="0"/>
          </a:p>
          <a:p>
            <a:pPr marL="788670" lvl="1" indent="-514350">
              <a:buFont typeface="+mj-lt"/>
              <a:buAutoNum type="arabicPeriod"/>
            </a:pPr>
            <a:r>
              <a:rPr lang="es-ES" sz="2600" dirty="0"/>
              <a:t>Participar como auditor interno (requiere estar calificado).</a:t>
            </a:r>
            <a:endParaRPr lang="es-MX" sz="2600" dirty="0"/>
          </a:p>
          <a:p>
            <a:pPr marL="788670" lvl="1" indent="-514350">
              <a:buFont typeface="+mj-lt"/>
              <a:buAutoNum type="arabicPeriod"/>
            </a:pPr>
            <a:r>
              <a:rPr lang="es-ES" sz="2600" dirty="0"/>
              <a:t>Seleccionar y evaluar a los proveedores de su área.</a:t>
            </a:r>
            <a:endParaRPr lang="es-MX" sz="2600" dirty="0"/>
          </a:p>
          <a:p>
            <a:pPr marL="788670" lvl="1" indent="-514350">
              <a:buFont typeface="+mj-lt"/>
              <a:buAutoNum type="arabicPeriod"/>
            </a:pPr>
            <a:r>
              <a:rPr lang="es-ES" sz="2600" dirty="0"/>
              <a:t>Apoyar en la inspección y prueba de materia prima y producto terminado.</a:t>
            </a:r>
            <a:endParaRPr lang="es-MX" sz="2600" dirty="0"/>
          </a:p>
        </p:txBody>
      </p:sp>
    </p:spTree>
    <p:extLst>
      <p:ext uri="{BB962C8B-B14F-4D97-AF65-F5344CB8AC3E}">
        <p14:creationId xmlns:p14="http://schemas.microsoft.com/office/powerpoint/2010/main" val="1260402701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Gerencia de Control de Calidad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39C368A9-1B50-42F2-A0B2-BD1DE571B286}" type="datetime6">
              <a:rPr lang="es-MX" smtClean="0"/>
              <a:pPr algn="ctr"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7171205-C24F-4FE8-9AD8-CBCD64DAE2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 marL="514350" lvl="0" indent="-514350">
              <a:buFont typeface="+mj-lt"/>
              <a:buAutoNum type="arabicPeriod" startAt="9"/>
            </a:pPr>
            <a:r>
              <a:rPr lang="es-ES" sz="2800" dirty="0"/>
              <a:t>Apoyar en actividades de calibración de equipos de inspección, medición y prueba (requiere estar calificado).</a:t>
            </a:r>
            <a:endParaRPr lang="es-MX" sz="2800" dirty="0"/>
          </a:p>
          <a:p>
            <a:pPr marL="514350" lvl="0" indent="-514350">
              <a:buFont typeface="+mj-lt"/>
              <a:buAutoNum type="arabicPeriod" startAt="9"/>
            </a:pPr>
            <a:r>
              <a:rPr lang="es-ES" sz="2800" dirty="0"/>
              <a:t>Preparar, emitir y actualizar los procedimientos y manuales de Control de Calidad.</a:t>
            </a:r>
            <a:endParaRPr lang="es-MX" sz="2800" dirty="0"/>
          </a:p>
          <a:p>
            <a:pPr marL="514350" lvl="0" indent="-514350">
              <a:buFont typeface="+mj-lt"/>
              <a:buAutoNum type="arabicPeriod" startAt="9"/>
            </a:pPr>
            <a:r>
              <a:rPr lang="es-ES" sz="2800" dirty="0"/>
              <a:t>Avalar la información de los certificados de análisis.</a:t>
            </a:r>
            <a:endParaRPr lang="es-MX" sz="2800" dirty="0"/>
          </a:p>
          <a:p>
            <a:pPr marL="514350" lvl="0" indent="-514350">
              <a:buFont typeface="+mj-lt"/>
              <a:buAutoNum type="arabicPeriod" startAt="9"/>
            </a:pPr>
            <a:r>
              <a:rPr lang="es-ES" sz="2800" dirty="0"/>
              <a:t>Establecer soluciones a las acciones correctivas y preventivas de su área y a desviaciones detectadas.</a:t>
            </a:r>
            <a:endParaRPr lang="es-MX" sz="2800" dirty="0"/>
          </a:p>
          <a:p>
            <a:pPr marL="514350" lvl="0" indent="-514350">
              <a:buFont typeface="+mj-lt"/>
              <a:buAutoNum type="arabicPeriod" startAt="9"/>
            </a:pPr>
            <a:r>
              <a:rPr lang="es-ES" sz="2800" dirty="0"/>
              <a:t>Mantener en buen estado el equipo de laboratorio a través de un plan de mantenimiento.</a:t>
            </a:r>
            <a:endParaRPr lang="es-MX" sz="2800" dirty="0"/>
          </a:p>
          <a:p>
            <a:pPr marL="514350" lvl="0" indent="-514350">
              <a:buFont typeface="+mj-lt"/>
              <a:buAutoNum type="arabicPeriod" startAt="9"/>
            </a:pPr>
            <a:r>
              <a:rPr lang="es-ES" sz="2800" dirty="0"/>
              <a:t>Mantener actualizados los inventarios del equipo, material y reactivos de laboratorio.</a:t>
            </a:r>
            <a:endParaRPr lang="es-MX" sz="2800" dirty="0"/>
          </a:p>
          <a:p>
            <a:pPr marL="514350" lvl="0" indent="-514350">
              <a:buFont typeface="+mj-lt"/>
              <a:buAutoNum type="arabicPeriod" startAt="9"/>
            </a:pPr>
            <a:r>
              <a:rPr lang="es-ES" sz="2800" dirty="0"/>
              <a:t>Mantener actualizados los registros del SGI.</a:t>
            </a:r>
            <a:endParaRPr lang="es-MX" sz="2800" dirty="0"/>
          </a:p>
          <a:p>
            <a:pPr marL="514350" lvl="0" indent="-514350">
              <a:buFont typeface="+mj-lt"/>
              <a:buAutoNum type="arabicPeriod" startAt="9"/>
            </a:pPr>
            <a:r>
              <a:rPr lang="es-ES" sz="2800" dirty="0"/>
              <a:t>Analizar las necesidades de adiestramiento y formación del personal a su cargo y presentar la propuesta a RH.</a:t>
            </a:r>
            <a:endParaRPr lang="es-MX" sz="2800" dirty="0"/>
          </a:p>
          <a:p>
            <a:pPr marL="514350" lvl="0" indent="-514350">
              <a:buFont typeface="+mj-lt"/>
              <a:buAutoNum type="arabicPeriod" startAt="9"/>
            </a:pPr>
            <a:r>
              <a:rPr lang="es-ES" sz="2800" dirty="0"/>
              <a:t>Elaborar y llevar a cabo el plan de capacitación en el puesto del personal de nuevo ingreso en su área.</a:t>
            </a:r>
            <a:endParaRPr lang="es-MX" sz="2800" dirty="0"/>
          </a:p>
          <a:p>
            <a:pPr marL="514350" lvl="0" indent="-514350">
              <a:buFont typeface="+mj-lt"/>
              <a:buAutoNum type="arabicPeriod" startAt="9"/>
            </a:pPr>
            <a:r>
              <a:rPr lang="es-ES" sz="2800" dirty="0"/>
              <a:t>Recibo, almacenamiento y manejo de sustancias químicas de uso en laboratorio.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2580662101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Organigrama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39C368A9-1B50-42F2-A0B2-BD1DE571B286}" type="datetime6">
              <a:rPr lang="es-MX" smtClean="0"/>
              <a:pPr algn="ctr"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A1795B18-06C8-4645-B232-7F5D057A8616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914400" y="1447800"/>
          <a:ext cx="77724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9354081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MX" dirty="0"/>
            </a:br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368A9-1B50-42F2-A0B2-BD1DE571B286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A6046FEE-0CA5-4552-B188-1F487282D5A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r>
              <a:rPr lang="es-MX" dirty="0"/>
              <a:t>Nicolas H Haidar</a:t>
            </a:r>
          </a:p>
          <a:p>
            <a:pPr marL="0" indent="0" algn="ctr">
              <a:buNone/>
            </a:pPr>
            <a:r>
              <a:rPr lang="es-MX" dirty="0"/>
              <a:t>nicolashhaidar@gmail.com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3D9ACA8-7AE6-4C00-9CB6-375E5F694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484784"/>
            <a:ext cx="285750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423647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368A9-1B50-42F2-A0B2-BD1DE571B286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0A90D5E8-5818-48F1-8DF8-A8530E3767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3059450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4052083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368A9-1B50-42F2-A0B2-BD1DE571B286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0A90D5E8-5818-48F1-8DF8-A8530E3767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8604553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3937937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368A9-1B50-42F2-A0B2-BD1DE571B286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0A90D5E8-5818-48F1-8DF8-A8530E3767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7752477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783093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368A9-1B50-42F2-A0B2-BD1DE571B286}" type="datetime6">
              <a:rPr lang="es-MX" smtClean="0"/>
              <a:pPr/>
              <a:t>mayo de 2022</a:t>
            </a:fld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8E9AC-1EAE-4439-9F3A-5D68DC7613C5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0A90D5E8-5818-48F1-8DF8-A8530E3767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1454387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6222363"/>
      </p:ext>
    </p:extLst>
  </p:cSld>
  <p:clrMapOvr>
    <a:masterClrMapping/>
  </p:clrMapOvr>
  <p:transition spd="slow">
    <p:wipe dir="r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608-FHESA-Plantilla-v.1.0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32A703CD-D726-49C8-A6D1-451A168B546B}" vid="{7DC41E89-FFB9-40C4-B65E-F0B07E533CE2}"/>
    </a:ext>
  </a:extLst>
</a:theme>
</file>

<file path=ppt/theme/theme2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32A703CD-D726-49C8-A6D1-451A168B546B}" vid="{7663BAA9-0D73-4424-BAFE-BECFAA7226EF}"/>
    </a:ext>
  </a:extLst>
</a:theme>
</file>

<file path=ppt/theme/theme3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32A703CD-D726-49C8-A6D1-451A168B546B}" vid="{E8FC40BD-3DD5-497A-B3A4-21E1FD0FAE4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AD83AED9C59149B983D4B8B409E505" ma:contentTypeVersion="17" ma:contentTypeDescription="Crear nuevo documento." ma:contentTypeScope="" ma:versionID="d17cfb6a58d5ec734b8724ceb283dc39">
  <xsd:schema xmlns:xsd="http://www.w3.org/2001/XMLSchema" xmlns:xs="http://www.w3.org/2001/XMLSchema" xmlns:p="http://schemas.microsoft.com/office/2006/metadata/properties" xmlns:ns2="d1e8bae3-04fd-4531-a565-fb0311d81b65" xmlns:ns3="2ec65329-4f00-4902-ac85-81fb0dbccde7" targetNamespace="http://schemas.microsoft.com/office/2006/metadata/properties" ma:root="true" ma:fieldsID="8624531d58f60aaef67d2b210dafda95" ns2:_="" ns3:_="">
    <xsd:import namespace="d1e8bae3-04fd-4531-a565-fb0311d81b65"/>
    <xsd:import namespace="2ec65329-4f00-4902-ac85-81fb0dbccd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e8bae3-04fd-4531-a565-fb0311d81b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3212059e-99c6-4e7d-8081-b4731dd1de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c65329-4f00-4902-ac85-81fb0dbccde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a0addb9-58db-4100-8d8d-fd7253b44ab0}" ma:internalName="TaxCatchAll" ma:showField="CatchAllData" ma:web="2ec65329-4f00-4902-ac85-81fb0dbccd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e8bae3-04fd-4531-a565-fb0311d81b65">
      <Terms xmlns="http://schemas.microsoft.com/office/infopath/2007/PartnerControls"/>
    </lcf76f155ced4ddcb4097134ff3c332f>
    <TaxCatchAll xmlns="2ec65329-4f00-4902-ac85-81fb0dbccde7" xsi:nil="true"/>
  </documentManagement>
</p:properties>
</file>

<file path=customXml/itemProps1.xml><?xml version="1.0" encoding="utf-8"?>
<ds:datastoreItem xmlns:ds="http://schemas.openxmlformats.org/officeDocument/2006/customXml" ds:itemID="{0E5DE8BF-D3A9-4A5E-847B-4F17720838CF}"/>
</file>

<file path=customXml/itemProps2.xml><?xml version="1.0" encoding="utf-8"?>
<ds:datastoreItem xmlns:ds="http://schemas.openxmlformats.org/officeDocument/2006/customXml" ds:itemID="{5200234F-7565-4E1A-ADFE-A86A9BF7685C}"/>
</file>

<file path=customXml/itemProps3.xml><?xml version="1.0" encoding="utf-8"?>
<ds:datastoreItem xmlns:ds="http://schemas.openxmlformats.org/officeDocument/2006/customXml" ds:itemID="{A1E691C8-A6B3-4E66-8C8E-C9FC946A2DE3}"/>
</file>

<file path=docProps/app.xml><?xml version="1.0" encoding="utf-8"?>
<Properties xmlns="http://schemas.openxmlformats.org/officeDocument/2006/extended-properties" xmlns:vt="http://schemas.openxmlformats.org/officeDocument/2006/docPropsVTypes">
  <Template>1608-FHESA-Plantilla-v.1.0</Template>
  <TotalTime>9478</TotalTime>
  <Words>506</Words>
  <Application>Microsoft Office PowerPoint</Application>
  <PresentationFormat>Presentación en pantalla (4:3)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13</vt:i4>
      </vt:variant>
    </vt:vector>
  </HeadingPairs>
  <TitlesOfParts>
    <vt:vector size="23" baseType="lpstr">
      <vt:lpstr>Arial</vt:lpstr>
      <vt:lpstr>Arial Rounded MT Bold</vt:lpstr>
      <vt:lpstr>Calibri</vt:lpstr>
      <vt:lpstr>Calibri Light</vt:lpstr>
      <vt:lpstr>Franklin Gothic Book</vt:lpstr>
      <vt:lpstr>Perpetua</vt:lpstr>
      <vt:lpstr>Wingdings 2</vt:lpstr>
      <vt:lpstr>1608-FHESA-Plantilla-v.1.0</vt:lpstr>
      <vt:lpstr>1_Diseño personalizado</vt:lpstr>
      <vt:lpstr>Diseño personalizado</vt:lpstr>
      <vt:lpstr>Manual General de Organización Gerencia de Control de Calidad</vt:lpstr>
      <vt:lpstr>Contenido</vt:lpstr>
      <vt:lpstr>Organigrama</vt:lpstr>
      <vt:lpstr>Organigrama</vt:lpstr>
      <vt:lpstr>Organigrama</vt:lpstr>
      <vt:lpstr>Gerencia de Control de Calidad</vt:lpstr>
      <vt:lpstr>Gerencia de Control de Calidad</vt:lpstr>
      <vt:lpstr>Organigrama</vt:lpstr>
      <vt:lpstr> 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Miguel Escobedo</dc:creator>
  <cp:lastModifiedBy>Nicolas Haidar Salazar</cp:lastModifiedBy>
  <cp:revision>325</cp:revision>
  <dcterms:created xsi:type="dcterms:W3CDTF">2016-10-11T17:28:00Z</dcterms:created>
  <dcterms:modified xsi:type="dcterms:W3CDTF">2022-05-24T14:35:18Z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0x010100FDAD83AED9C59149B983D4B8B409E505</vt:lpwstr>
  </property>
  <property fmtid="{D5CDD505-2E9C-101B-9397-08002B2CF9AE}" pid="3" name="Order">
    <vt:r8>5400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MediaServiceImageTags">
    <vt:lpwstr/>
  </property>
</Properties>
</file>